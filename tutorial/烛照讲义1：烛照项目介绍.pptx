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1" r:id="rId2"/>
    <p:sldId id="409" r:id="rId3"/>
    <p:sldId id="408" r:id="rId4"/>
    <p:sldId id="380" r:id="rId5"/>
    <p:sldId id="372" r:id="rId6"/>
    <p:sldId id="410" r:id="rId7"/>
    <p:sldId id="411" r:id="rId8"/>
    <p:sldId id="412" r:id="rId9"/>
    <p:sldId id="467" r:id="rId10"/>
    <p:sldId id="489" r:id="rId11"/>
  </p:sldIdLst>
  <p:sldSz cx="12192000" cy="6858000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9A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4:41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873 1 24575,'-45'-1'0,"1"3"0,0 1 0,0 3 0,0 1 0,0 2 0,1 2 0,-81 33 0,88-28 0,1 1 0,1 2 0,0 2 0,2 0 0,-53 47 0,68-52 0,1 1 0,1 0 0,0 1 0,1 0 0,1 1 0,1 1 0,1 0 0,1 1 0,0 0 0,2 0 0,-8 30 0,7-8 0,1 1 0,3 0 0,0 60 0,13 135 0,-4-163 0,5 71 0,-5-126 0,-3-22 0,-1 1 0,1-1 0,-1 1 0,1-1 0,-1 1 0,1-1 0,-1 1 0,1-1 0,-1 1 0,1-1 0,-1 0 0,0 1 0,1-1 0,-1 0 0,0 1 0,0-1 0,1 0 0,-1 1 0,0-1 0,0 0 0,0 1 0,0-3 0,7-24-354,-2 0 0,2-32-1,-6 53 53,7-72-6524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4:42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5071 598 24575,'-50'17'0,"2"2"0,-85 47 0,102-47 0,1 1 0,1 2 0,0 1 0,2 1 0,-24 28 0,13-8-39,3 1 1,1 2-1,3 1 0,-48 98 0,-63 230-1243,67-119 727,11 4-1,11 2 0,12 1 0,11 3 0,12 0 1,21 331-1,-2-571 505,26 277-173,-20-262 235,1-1 0,3 1 0,1-1 0,35 76 0,-40-102 72,1 0 0,1-1 0,0 0 0,1 0 0,0-1 0,1 0 0,0-1 0,1-1 1,1 0-1,0 0 0,0-1 0,1-1 0,0 0 0,1-1 0,0 0 0,0-2 0,0 1 0,1-2 1,0 0-1,0-1 0,22 3 0,-6-4 90,1-2 0,0-1 0,0-1 1,0-2-1,-1-1 0,1-2 0,-1-1 0,-1-1 0,1-2 1,-1-1-1,-1-1 0,29-17 0,-12 3-184,-1-2 1,-2-1-1,0-3 0,-3-1 0,0-3 0,59-67 0,-48 38 83,-2-2 0,-3-2 0,-4-3 0,-2-1 0,40-103 0,-33 49-585,-5-2 1,40-205 0,-59 202 431,-6-2 1,-5 0-1,-7 0 0,-5-1 0,-6 1 0,-33-193 1,20 229-125,-5 1 1,-4 1-1,-4 2 1,-4 0-1,-5 3 1,-3 1-1,-4 2 1,-4 2-1,-84-108 1,78 126 209,-4 2 0,-2 3 0,-3 3 1,-3 3-1,-2 3 0,-2 3 1,-126-66-1,75 57-111,-2 5 1,-3 6-1,-1 5 1,-169-32-1,65 32-379,-1 11 0,-1 9 0,-2 11 0,-427 32-1,128 63 357,397-49-12,-254 96-1,302-90 71,2 4 0,2 4 0,-124 87 0,154-91 50,2 3-1,2 2 1,2 3-1,2 2 1,-64 88-1,78-86 24,2 2 0,2 1 0,4 1 0,1 1 0,4 2 0,2 0 0,2 2 0,4 0-1,2 0 1,-5 96 0,13-73 1,5-1-1,4 1 1,3-1 0,4 0-1,4 0 1,3-2 0,41 116-1,-41-151-2,2-1 0,1-2 0,3 0 0,2-1 0,1-1 0,49 57 0,-47-68 0,1-2 0,2-1 0,2-1 0,0-2 0,2-1 0,0-2 0,80 39 0,-52-37-7,1-1 0,2-4-1,0-3 1,1-3 0,0-2 0,97 4-1,-41-12-23,0-6 0,218-29-1,-210 8 9,-2-4-1,-1-7 0,216-84 0,-259 80 216,-2-3 0,-2-4 0,-1-4 1,-3-2-1,-2-5 0,79-73 0,-110 86-105,-3-3 0,-2-1 0,-1-2 0,33-56 0,-52 70 173,0-2 0,-2 0 0,-2-1 0,-2 0 0,-1-1 0,15-75 0,-18 57 721,-7 48-710,2 15 157,4 24 497,0 0 0,4 43 0,1-2-1392,5 12-6079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4:45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1 242 24575,'6'8'0,"0"1"0,-1 0 0,1 0 0,-2 1 0,0 0 0,0-1 0,0 1 0,-1 0 0,2 12 0,6 19 0,-7-30 0,1 1 0,0-1 0,0 0 0,1 0 0,0 0 0,1-1 0,0 0 0,1-1 0,14 15 0,-15-18 0,1 0 0,-1-1 0,1 0 0,1 0 0,-1-1 0,1 0 0,-1 0 0,1-1 0,0 0 0,0-1 0,0 0 0,1 0 0,11 0 0,28 0 0,-1-1 0,82-11 0,-126 10 0,1-1 0,-1 0 0,0 0 0,0 0 0,1-1 0,-1 1 0,0-1 0,0 0 0,0 0 0,-1-1 0,1 1 0,0-1 0,-1 0 0,0 0 0,0 0 0,0 0 0,0 0 0,0-1 0,0 1 0,-1-1 0,0 0 0,0 0 0,0 0 0,0 0 0,0 0 0,-1 0 0,2-7 0,0-9 0,0 0 0,-1 0 0,-1 0 0,-3-36 0,0 28 0,2 15 0,0-13 0,-1 0 0,-2 1 0,-9-44 0,10 62 0,0 1 0,0-1 0,-1 0 0,0 1 0,0-1 0,-1 1 0,0 0 0,0 0 0,0 1 0,-1-1 0,1 1 0,-1 0 0,-1 0 0,1 1 0,-1-1 0,1 1 0,-1 0 0,-8-3 0,-1 0 0,0 2 0,0 0 0,-1 1 0,1 0 0,-1 1 0,-28-1 0,-98 5 0,114 1 0,19-2 0,1 0 0,-1 1 0,0 0 0,1 1 0,-1 0 0,1 0 0,0 1 0,-13 6 0,17-7 0,0 0 0,1 1 0,0 0 0,-1 0 0,1 0 0,0 0 0,0 0 0,1 1 0,-1-1 0,1 1 0,0 0 0,0 0 0,0-1 0,0 1 0,1 0 0,-1 1 0,1-1 0,0 0 0,0 6 0,-3 23 0,1-1 0,2 1 0,1 0 0,2-1 0,1 1 0,14 58 0,1-24 0,2 0 0,34 74 0,-39-110 0,2 0 0,0-1 0,2-1 0,1 0 0,2-2 0,0 0 0,2-2 0,1 0 0,1-2 0,1-1 0,0-1 0,2-1 0,1-1 0,0-2 0,51 21 0,-53-27 0,1 0 0,0-2 0,0-2 0,0 0 0,1-2 0,0-2 0,0 0 0,0-2 0,37-3 0,-46 0 0,-1-1 0,0-1 0,0-1 0,0-1 0,0 0 0,-1-2 0,0 0 0,-1-1 0,0-1 0,0 0 0,-1-2 0,0 0 0,-1-1 0,19-19 0,-21 18 0,-1-2 0,0 0 0,-1 0 0,-1-1 0,0-1 0,-1 0 0,-1 0 0,11-33 0,-13 24 0,0 0 0,-2-1 0,-1 1 0,-1-1 0,-2-51 0,-1 36 0,-3 0 0,-14-80 0,13 107 0,-1 0 0,-1 0 0,0 0 0,-1 0 0,0 1 0,-1 0 0,-1 1 0,-1 0 0,0 0 0,-14-14 0,13 17 0,-1 0 0,-1 1 0,1 1 0,-2 0 0,1 0 0,-1 2 0,-1 0 0,1 0 0,-1 1 0,0 1 0,0 0 0,-1 2 0,-27-4 0,-13 1 0,-1 4 0,-85 6 0,84-2 0,32 0 0,-1 0 0,1 2 0,0 1 0,-27 8 0,41-9 0,0 0 0,1 0 0,0 2 0,0-1 0,0 1 0,1 1 0,-1 0 0,2 0 0,-1 1 0,1 0 0,-9 10 0,14-11 0,-1-1 0,2 1 0,-1 0 0,1 1 0,-1-1 0,2 1 0,-1-1 0,1 1 0,1 0 0,-1 0 0,1-1 0,1 1 0,-1 0 0,1 0 0,1 0 0,0 0 0,0 0 0,4 15 0,1 3 0,2-1 0,1 0 0,1 0 0,20 33 0,-13-26 0,2 0 0,2-2 0,0-1 0,2 0 0,1-2 0,35 31 0,-45-45 0,1-1 0,1-1 0,0 0 0,0-2 0,1 1 0,0-2 0,1 0 0,-1-1 0,2-1 0,-1-1 0,1 0 0,-1-2 0,35 3 0,-41-5 0,0-1 0,-1-1 0,1 0 0,0 0 0,0-1 0,-1-1 0,1 0 0,-1-1 0,11-4 0,-12 3 0,-2 0 0,1-1 0,0 0 0,-1 0 0,-1-1 0,1 0 0,-1 0 0,0-1 0,0 0 0,10-16 0,9-22 0,-1-1 0,-3-1 0,-2-1 0,-2-1 0,-2 0 0,-2-2 0,-2 1 0,-3-2 0,4-93 0,-12 129 0,-1-1 0,0 1 0,-6-33 0,5 46 0,0 1 0,0-1 0,0 0 0,0 1 0,0-1 0,-1 1 0,0-1 0,1 1 0,-1 0 0,0 0 0,-1-1 0,1 2 0,-1-1 0,1 0 0,-1 0 0,0 1 0,0-1 0,0 1 0,0 0 0,0 0 0,-1 0 0,1 1 0,0-1 0,-5-1 0,1 2 0,1 0 0,-1 0 0,0 1 0,1 0 0,-1 0 0,0 0 0,1 1 0,-1 0 0,-12 4 0,4 0 0,0 0 0,0 1 0,-21 12 0,7 1 0,0 1 0,2 2 0,0 0 0,2 2 0,0 1 0,1 1 0,2 0 0,1 2 0,1 1 0,2 0 0,-18 37 0,9-9 0,2 2 0,2 0 0,3 1 0,3 1 0,-12 83 0,27-135 0,-4 35 0,-3 64 0,8-96 0,2-1 0,-1 1 0,2-1 0,-1 1 0,2-1 0,-1 0 0,2 0 0,-1 0 0,2 0 0,8 16 0,-11-24 0,-1 0 0,1 0 0,0 0 0,1 0 0,-1-1 0,0 1 0,1-1 0,0 1 0,-1-1 0,1 0 0,0 0 0,0 0 0,0-1 0,0 1 0,4 1 0,-4-3 0,0 1 0,-1-1 0,1 1 0,0-1 0,0 0 0,-1 0 0,1 0 0,0-1 0,0 1 0,0-1 0,-1 1 0,1-1 0,0 0 0,-1 0 0,4-2 0,1-1 0,0-1 0,-1 1 0,0-1 0,0-1 0,0 1 0,-1-1 0,0 0 0,0 0 0,0-1 0,-1 1 0,1-1 0,3-9 0,0-3-124,0-1 0,-1 0 0,-2 0 0,0-1 0,0 0 0,-2 1-1,-1-2 1,-1 1 0,0 0 0,-5-38 0,-5 16-6702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7:01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3040 24575,'-52'-1'0,"18"-1"0,-38 4 0,64-1 0,-1 0 0,0 0 0,1 1 0,-1 0 0,1 1 0,0 0 0,0 0 0,0 1 0,-11 6 0,15-7 0,-1 1 0,1 0 0,0 0 0,0 0 0,0 0 0,1 1 0,-1 0 0,1 0 0,0 0 0,1 0 0,-1 0 0,1 0 0,0 1 0,-2 8 0,-1 8 0,2 0 0,-2 34 0,4-42 0,-2 72-77,4 0-1,4 1 1,3-1-1,4-1 1,4 0-1,4-1 1,3-1-1,4-1 1,3-1-1,4-1 1,86 145-1,-57-127 12,4-3 1,5-2-1,3-4 0,5-4 0,3-2 0,126 96 1,-88-90-263,3-6 0,4-4 0,4-7 0,214 86 0,-110-73-201,4-10 0,2-10 0,4-11 0,1-11 1,269 12-1,-328-45 603,0-8 1,362-44-1,-487 32 370,0-3-1,-1-2 0,88-35 1,-123 39-103,0-2 0,-1 0 0,-1-2 0,-1 0 0,0-2 0,-1-1 0,0 0 0,-2-2 1,38-43-1,-29 17-181,-1-1 0,-2-1 1,-3-2-1,21-59 0,-24 57-166,64-161-403,105-415 0,-137 377 55,-11-1-1,17-469 1,-59 530 190,-8 0 1,-9 1-1,-8 1 1,-71-273-1,57 330 164,-5 1 0,-6 3 0,-67-123 0,67 161 0,-3 3 0,-3 2 0,-5 3 0,-124-131 0,93 124-200,-5 5 1,-3 4-1,-3 5 0,-3 4 0,-4 4 0,-2 6 1,-3 4-1,-2 6 0,-170-51 0,186 75 108,-1 5-1,-1 4 0,-1 5 1,0 4-1,0 4 0,0 6 0,-1 4 1,1 4-1,1 5 0,0 4 1,-194 62-1,247-63 103,1 2-1,0 2 0,2 3 1,0 1-1,2 3 1,1 1-1,1 2 0,2 2 1,1 2-1,2 2 1,-56 68-1,55-51-12,1 2-1,4 1 1,1 2-1,-33 86 1,31-50 1,3 3 1,-23 128-1,-5 212-51,38-11-113,19-140-30,12-1-1,67 412 1,-38-487 117,10-3-1,9-2 1,165 392 0,-162-471-39,6-2 1,5-4 0,6-2-1,4-4 1,6-4-1,4-4 1,5-4 0,4-4-1,5-4 1,3-6 0,4-4-1,4-4 1,158 80 0,-108-80-292,4-8 1,2-7 0,223 54 0,-158-66-75,1-9 0,245 11 1,-244-42-190,462-33 1,-535 1 640,-2-8 0,-1-7 0,254-85 0,-325 84 29,-1-5-1,168-98 0,-202 101 49,-1-4 1,-2-1 0,-2-3 0,-1-3-1,-3-1 1,-2-2 0,-3-3 0,-1-1-1,-3-2 1,-3-2 0,-2-1 0,-2-1-1,-4-2 1,-2-1 0,27-99 0,-31 69-10,-4-2 0,-4 0 0,-4-1 1,-5 0-1,-4 0 0,-20-177 1,2 153 43,-7 1-1,-4 1 1,-5 1 0,-6 2 0,-55-116 0,47 136-56,-4 2 1,-4 3-1,-4 2 1,-4 3 0,-97-104-1,65 94 2,-3 4-1,-4 4 1,-208-134-1,145 123 148,-3 7 0,-308-117 0,254 132-159,-424-89 0,435 129-18,-353-15-1,398 49 35,0 7-1,-266 43 1,343-32 66,2 4 0,1 4 0,-159 65 0,200-68-50,2 2 1,0 2-1,2 1 0,0 2 1,2 3-1,2 0 0,1 3 1,-49 57-1,53-49-39,2 2 0,1 1-1,3 2 1,2 0 0,2 2 0,2 0 0,2 1-1,3 1 1,2 1 0,-11 80 0,13-28-10,5 1 1,5-1 0,4 1-1,22 140 1,-7-122-7,6-1-1,78 236 1,-79-298 46,2-1 1,3-1-1,2-1 1,2-2-1,3-1 1,3-2-1,69 76 1,-83-104 39,0-2 1,2-1-1,0-1 1,1-1-1,1-1 1,1-2-1,0-1 1,1-1-1,1-1 1,0-2-1,0-1 1,1-2-1,1-1 1,-1-1-1,1-2 1,0-1 0,44-2-1,-25-3-78,0-3 0,-1-1 0,1-3 0,-1-2 0,-1-2 0,0-3 0,-1-1 0,76-40 0,-83 35 0,-1-3 0,-2-1 0,0-2 0,-1-2 0,-2-1 0,-2-2 0,-1-1 0,-1-2 0,44-64 0,-57 69 218,-2-1-1,-1 0 1,-1-2-1,-1 1 1,-3-2 0,0 0-1,-3 0 1,0-1-1,-3 0 1,2-44 0,-6 35 159,-2-1 0,-1 1 0,-3 0 1,-2 0-1,-2 1 0,-1 0 0,-29-74 1,34 106-217,0-1-1,-1 1 1,-1 1 0,0-1 0,0 1 0,-1 0 0,0 0 0,-1 1-1,0 0 1,-14-11 0,16 17-114,1 0-1,-1 0 0,0 0 1,1 0-1,-2 1 1,1 1-1,0-1 1,-1 1-1,1 0 0,-1 1 1,1-1-1,-1 2 1,0-1-1,0 1 1,1 0-1,-1 1 0,0 0 1,-15 3-1,-1 3-238,0 2 0,-26 12-1,35-14-595,-38 16-6038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0:30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28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1002 299 24575,'-72'0'0,"0"4"0,-107 20 0,128-12 0,1 1 0,0 2 0,2 3 0,-61 30 0,65-27 0,-58 33 0,91-46 0,0 0 0,0 0 0,1 1 0,0 0 0,1 1 0,-14 17 0,6-1 0,1 1 0,2 0 0,1 1 0,0 1 0,2 0 0,2 0 0,1 1 0,-6 38 0,2 12 0,-1 157 0,14-173 0,4-1 0,1 1 0,4-1 0,2-1 0,3 0 0,3 0 0,3-2 0,46 97 0,-34-93 0,4-2 0,1-1 0,4-2 0,2-2 0,2-2 0,3-2 0,80 68 0,-98-96 0,0-2 0,2-1 0,0-1 0,2-2 0,0-2 0,70 25 0,-57-28 0,0-2 0,1-2 0,1-3 0,-1-2 0,54 0 0,443-11 0,-139 0 0,-358 6 0,245-5 0,-208 0 0,117-23 0,-176 23 0,-1-1 0,0-2 0,0-1 0,35-17 0,-49 20 0,-1 0 0,0-1 0,-1 0 0,0-1 0,0-1 0,0 1 0,-1-1 0,-1-1 0,0 0 0,0 0 0,10-17 0,-6 3 0,-1 0 0,-1-1 0,-2-1 0,0 0 0,-1 0 0,-2 0 0,0-1 0,0-50 0,-5-2 0,-18-136 0,6 128 0,-5 1 0,-3 0 0,-4 1 0,-3 2 0,-53-110 0,45 123 0,-2 2 0,-4 1 0,-3 3 0,-2 1 0,-3 2 0,-76-71 0,38 51 0,-3 4 0,-4 4 0,-2 4 0,-4 5 0,-150-73 0,189 111 0,-1 3 0,-90-21 0,-130-10 0,163 42 0,-223 6 0,232 7 0,103-1-273,0 0 0,0 1 0,0 0 0,-10 2 0,1 3-6553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3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22 24575,'6'-1'0,"1"0"0,-1 0 0,0 0 0,0-1 0,9-3 0,-10 3 0,-1 0 0,1 1 0,0-1 0,0 1 0,-1 0 0,1 1 0,9-1 0,-12 1 0,0 1 0,0-1 0,0 1 0,0 0 0,0 0 0,-1-1 0,1 1 0,0 0 0,-1 0 0,1 1 0,0-1 0,-1 0 0,0 1 0,1-1 0,-1 0 0,0 1 0,0 0 0,1-1 0,-1 1 0,-1 0 0,1-1 0,0 1 0,0 0 0,0 4 0,4 12 0,-1 0 0,-1 1 0,-1-1 0,-1 1 0,0 0 0,-1 0 0,-4 26 0,1 6 0,0 199 0,3-247 0,0 0 0,0 1 0,0-1 0,-1 0 0,1 0 0,-1 0 0,0 0 0,0 0 0,0 0 0,0 0 0,0 0 0,-1 0 0,1-1 0,-5 6 0,5-7 0,0 0 0,0-1 0,-1 1 0,1 0 0,0 0 0,-1-1 0,1 1 0,0-1 0,-1 1 0,1-1 0,-1 1 0,1-1 0,-1 0 0,1 0 0,-1 0 0,1 0 0,-1 0 0,1 0 0,-1 0 0,1 0 0,-1-1 0,1 1 0,-1-1 0,1 1 0,-1-1 0,1 1 0,0-1 0,-1 0 0,1 0 0,0 1 0,0-1 0,0 0 0,-2-2 0,-10-8 5,0-1 1,1 0-1,1-1 0,0 0 0,1-1 0,0 0 1,1-1-1,1 0 0,-7-17 0,-29-45-1422,24 48-5409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5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1 24575,'0'197'206,"-8"562"-969,-59-8 35,-78-11 990,139-714-225,3-17-33,1-1 0,0 1 0,0-1 0,1 1-1,0 0 1,1 14 0,0-21-4,1 0-1,-1 1 1,1-1 0,0 0-1,-1 0 1,1 0-1,0 0 1,1 0 0,-1 0-1,0 0 1,0 0-1,1 0 1,-1 0 0,1-1-1,0 1 1,0-1-1,-1 1 1,1-1 0,0 1-1,0-1 1,0 0-1,0 0 1,0 0 0,1 0-1,-1-1 1,0 1-1,0-1 1,1 1 0,-1-1-1,4 1 1,46 4 0,1-2 0,73-6 0,-60 1 0,380-8-43,429-12-72,-856 21 115,-8 2 0,0-1 0,0-1 0,0 0 0,-1 0 0,1-1 0,0 0 0,-1-1 0,0 0 0,15-7 0,-24 9 1,1 0 0,-1 0 0,1 0 0,-1 0 1,1 0-1,-1-1 0,0 1 0,0-1 0,0 1 0,0-1 0,0 1 1,0-1-1,0 1 0,0-1 0,0 0 0,-1 0 0,1 1 0,-1-1 1,1-4-1,-5-32-1201,-10-10-4685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5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24575,'4'-3'0,"0"1"0,-1-1 0,2 1 0,-1 0 0,0 1 0,0-1 0,1 1 0,-1-1 0,0 1 0,1 1 0,0-1 0,-1 1 0,1-1 0,6 2 0,3-2 0,589-8 0,-386 12 0,-187-4 0,35 1 0,-61 0 0,0 1 0,0-1 0,1 1 0,-1 0 0,0 0 0,0 0 0,0 1 0,0-1 0,0 1 0,-1 0 0,5 3 0,-7-4 0,-1-1 0,1 0 0,-1 1 0,1-1 0,-1 1 0,0-1 0,1 1 0,-1 0 0,1-1 0,-1 1 0,0-1 0,0 1 0,1 0 0,-1-1 0,0 1 0,0-1 0,0 1 0,0 0 0,0-1 0,0 1 0,0 0 0,0-1 0,0 1 0,0 0 0,0-1 0,0 1 0,0 0 0,-1-1 0,1 1 0,0 0 0,0-1 0,-1 1 0,1-1 0,0 1 0,-1 0 0,-20 20 0,-25 13-1365,-8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5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24575,'9'0'0,"12"0"0,17 0 0,19 0 0,24 0 0,16 0 0,11 0 0,-5 0 0,-11 0 0,-15 0 0,-22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7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24575,'-1'431'0,"3"470"0,-2-827 0,4 0 0,23 138 0,-22-191 0,0 0 0,1 0 0,1-1 0,1 0 0,1-1 0,1 0 0,0 0 0,2-1 0,0 0 0,1-1 0,0 0 0,1-1 0,1-1 0,29 23 0,-18-21 0,0-2 0,2 0 0,0-2 0,0-1 0,1-1 0,1-1 0,0-2 0,0-1 0,0-1 0,41 1 0,16-2 0,0-4 0,123-15 0,-79-2 0,152-37 0,-195 30 0,-1-4 0,133-59 0,-178 66 0,62-40 0,-90 51 0,-1-1 0,0 0 0,0-2 0,-1 1 0,0-1 0,-1-1 0,15-22 0,-23 31 7,-1 0 0,0 0-1,0 0 1,-1 0 0,1-1 0,-1 1-1,0-1 1,0 1 0,-1-1-1,1 1 1,-1-1 0,0 1 0,0-1-1,0 1 1,-1-1 0,-1-5-1,-1-2-302,-1 1 1,0 0-1,0 1 0,-13-21 0,-10-14-6530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7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24575,'4'91'0,"15"91"0,-4-49 0,28 609-692,-39 6 443,-29 204 249,21-836 0,4-78 0,0-37 0,0-1 0,0 0-1,0 1 1,1-1 0,-1 1-1,0-1 1,0 0-1,0 1 1,0-1 0,1 1-1,-1-1 1,0 0 0,0 1-1,0-1 1,1 0 0,-1 1-1,0-1 1,1 0 0,-1 1-1,0-1 1,1 0-1,-1 0 1,0 0 0,1 1-1,-1-1 1,1 0 0,-1 0-1,0 0 1,1 0 0,-1 0-1,1 1 1,-1-1 0,1 0-1,-1 0 1,0 0-1,1 0 1,-1 0 0,1 0-1,-1-1 1,0 1 0,1 0-1,-1 0 1,1 0 0,-1 0-1,0 0 1,1-1 0,20-10-750,-18 9 308,32-23-5600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4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804 903 24575,'-16'15'0,"0"-1"0,-1-1 0,-1-1 0,-30 16 0,-27 19 0,40-20 0,2 2 0,0 1 0,2 2 0,-34 44 0,11-3 0,-51 88 0,66-89-124,2 2-1,3 0 1,4 3 0,4 0-1,2 2 1,4 1-1,4 0 1,-11 143-1,23-104-261,5 1 0,5-1 0,5 0 0,5-1 0,47 170 0,82 161-1604,65 44 946,82 39-1138,93 33 1133,113 20-964,135-2 1157,137-24-556,124-54 861,-481-312 291,8-18 0,7-19 0,7-18 0,5-20 0,487 66 0,35-100 147,-688-83 113,302-37 0,-372 9 40,304-79 0,-371 66 67,-3-6 0,162-78 0,-204 78 3,-3-4 1,-1-4-1,-3-4 1,-3-4-1,-2-3 1,-4-3-1,-2-4 1,-3-3-1,-4-2 1,-4-4-1,97-160 1,-69 75-111,-8-4 0,95-277 0,53-379 0,4-491 524,-156-20 3167,-82 1172-3542,-7 1-1,-7 0 0,-59-249 0,50 316-165,-4 0 1,-4 2-1,-5 2 0,-3 1 0,-5 2 0,-115-166 0,100 177 7,-3 3 1,-4 2-1,-3 4 0,-156-118 1,127 118 69,-4 4 0,-2 6 0,-193-79 0,95 64 154,-3 10 0,-3 8 1,-419-54-1,252 76-869,-540 19-1,420 39 548,-773 136 0,911-85 16,3 15 0,-633 248-1,849-276 1384,3 6 1,-255 166-1,-121 94 5214,297-204-6352,-470 244-141,207-166-1377,411-177-5461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21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24575,'0'910'0,"0"-899"0,0 7 0,0-1 0,-5 29 0,1-37 0,1-13 0,-2-18 0,-3-78 0,5-123 0,2 35 0,1 180 0,0 1 0,0 1 0,-1 0 0,1 0 0,-1 0 0,0-1 0,-1 1 0,-2-8 0,4 14 0,0 0 0,0 0 0,-1 0 0,1 0 0,0 0 0,0 0 0,0 0 0,0-1 0,0 1 0,0 0 0,0 0 0,0 0 0,0 0 0,0 0 0,0 0 0,-1 0 0,1 0 0,0 0 0,0 0 0,0 0 0,0 0 0,0 0 0,0 0 0,0 0 0,0 0 0,-1 0 0,1 0 0,0 0 0,0 0 0,0 0 0,0 0 0,0 0 0,0 0 0,0 0 0,-1 0 0,1 0 0,0 0 0,0 0 0,0 0 0,0 0 0,0 0 0,0 0 0,0 0 0,0 0 0,0 0 0,0 0 0,-1 1 0,1-1 0,0 0 0,0 0 0,0 0 0,0 0 0,0 0 0,0 0 0,0 0 0,0 0 0,0 1 0,0-1 0,0 0 0,0 0 0,0 0 0,0 0 0,-5 13 0,-2 15 0,8-4 0,-1-19 0,0 1 0,0-1 0,0 0 0,0 0 0,-1 0 0,0 0 0,0 0 0,-2 6 0,3-11 0,0 0 0,0 1 0,0-1 0,0 0 0,0 0 0,0 0 0,0 0 0,0 1 0,0-1 0,0 0 0,0 0 0,-1 0 0,1 0 0,0 1 0,0-1 0,0 0 0,0 0 0,0 0 0,0 0 0,-1 0 0,1 1 0,0-1 0,0 0 0,0 0 0,0 0 0,-1 0 0,1 0 0,0 0 0,0 0 0,0 0 0,0 0 0,-1 0 0,1 0 0,0 0 0,0 0 0,0 0 0,-1 0 0,1 0 0,0 0 0,0 0 0,0 0 0,-1 0 0,-4-9 0,0-15 0,-2-146 0,7 169 0,1 188-1365,-1-140-5461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54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1 24575,'-6'15'0,"0"0"0,1 1 0,1 0 0,-5 29 0,2-8 0,-70 359 0,-35 163 0,107-536 0,-2 7 0,-13 38 0,14-57 0,2-13 0,0-22 0,2-31 0,2-1 0,3 1 0,13-76 0,46-168 0,-46 232 0,29-170 0,-126 709 0,56-346 0,5-12 0,-36 152 0,51-254 0,2-16 0,4-23 0,13-61 0,3 1 0,29-84 0,-7 30 0,16-104 0,-47 193 0,-2 0 0,-2-95 0,-7 22 0,-3 232 0,-5 0 0,-37 160 0,83-498 0,-35 287 0,-108 622 0,81-555 0,-28 173 0,55-292 0,-1 1 0,1-1 0,0 0 0,0 0 0,0 1 0,0-1 0,1 0 0,0 0 0,-1 0 0,2 0 0,-1 1 0,0-1 0,1-1 0,0 1 0,3 5 0,-3-6 0,1 0 0,0-1 0,0 1 0,0-1 0,0 0 0,0 0 0,1 0 0,-1 0 0,1-1 0,-1 1 0,1-1 0,0 0 0,-1 0 0,1 0 0,0-1 0,6 1 0,21 0 0,-1-1 0,1-2 0,-1-1 0,43-10 0,41-3 0,398 8 0,-303 11 0,-148-1 0,-39 0 0,1-1 0,0-2 0,0 0 0,37-7 0,-53 5 0,-9-1 0,-16 0 0,-57-4 0,-115 4 0,111 5 0,-806-1 0,883 0-47,0 0-19,-1 0 0,1-1 0,-1 1 0,1 0 0,-1 1 1,1-1-1,-1 0 0,1 1 0,-1-1 0,1 1 0,0 0 0,-1 0 0,1 0 0,0 0 0,0 0 1,0 0-1,0 1 0,0-1 0,-3 3 0,-5 14-6760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21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435 1 24575,'-1'19'0,"-1"0"0,-1-1 0,0 1 0,-9 25 0,0 2 0,-123 614 0,52-239 0,-12 68 0,56-319 47,24-118-517,3 0-1,-10 104 0,21-132-6355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3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24575,'1'2'0,"0"1"0,0 0 0,0-1 0,0 1 0,0 0 0,0-1 0,1 0 0,-1 1 0,1-1 0,0 0 0,-1 1 0,1-1 0,0 0 0,0 0 0,4 2 0,-2-1 0,42 37 0,2-3 0,81 49 0,-78-54 0,87 57 41,705 473-954,104 153 913,-676-506 0,-214-165 0,473 369 0,-17 22 0,-199-115 9,-19 20-78,-226-259 2,365 463-567,-46-56 239,-344-436-5768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4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1063 1 24575,'1'15'0,"1"0"0,1 0 0,1 0 0,0 0 0,1 0 0,0-1 0,8 15 0,3 8 0,-9-20 0,75 208 0,-67-173 0,-1 0 0,9 78 0,-16-99 0,4 15 0,-11-45 0,0 1 0,0 0 0,0-1 0,0 1 0,0 0 0,0-1 0,0 1 0,0-1 0,-1 1 0,1-1 0,-1 1 0,1-1 0,-1 1 0,1-1 0,-1 1 0,0-1 0,0 1 0,0-1 0,0 0 0,0 0 0,0 1 0,-2 0 0,-5 2 0,0 0 0,-1-1 0,1 0 0,-1 0 0,0-1 0,0-1 0,0 1 0,0-1 0,-13 0 0,12-1 0,-140 6 0,1-6 0,0-7 0,-177-31 0,261 27-341,0-2 0,1-3-1,-78-32 1,101 31-6485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5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24575,'0'782'-1365,"0"-732"-5461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6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24575,'0'9'0,"0"12"0,0 8 0,0 7 0,0 3 0,0 3 0,0 5 0,0-2 0,0 0 0,0-2 0,0 1 0,0-3 0,0 1 0,0-2 0,0-4 0,0-2 0,0-8-8191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6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24575,'0'1281'0,"0"-1257"-682,-5 41-1,0-38-6143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7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24575,'11'13'0,"0"1"0,0 1 0,-1 0 0,11 22 0,-3-4 0,31 55 0,58 146 0,-103-224 0,0 1 0,1 0 0,0 0 0,12 19 0,-16-28 0,0 0 0,1 0 0,-1 0 0,1 0 0,0 0 0,0-1 0,0 1 0,0-1 0,0 1 0,0-1 0,0 0 0,0 1 0,0-1 0,1 0 0,-1 0 0,0-1 0,1 1 0,-1 0 0,1-1 0,-1 0 0,1 1 0,-1-1 0,1 0 0,3-1 0,0 0 0,0-1 0,0 0 0,0 0 0,-1 0 0,1-1 0,-1 0 0,1 0 0,-1 0 0,0-1 0,0 0 0,7-7 0,7-8 0,22-29 0,-21 24 0,202-253-1365,-182 223-5461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8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22 24575,'-6'-1'0,"0"0"0,1 0 0,-1-1 0,1 0 0,-9-4 0,6 3 0,8 3 0,0 0 0,0 0 0,0 0 0,0 0 0,0 0 0,0 0 0,0 0 0,0-1 0,0 1 0,0 0 0,0 0 0,0 0 0,1 0 0,-1 0 0,0 0 0,0 0 0,0 0 0,0 0 0,0 0 0,0-1 0,0 1 0,0 0 0,0 0 0,0 0 0,0 0 0,0 0 0,0 0 0,-1 0 0,1 0 0,0 0 0,0 0 0,0-1 0,0 1 0,0 0 0,0 0 0,0 0 0,0 0 0,0 0 0,0 0 0,0 0 0,0 0 0,0 0 0,0 0 0,0 0 0,0 0 0,-1 0 0,1 0 0,0 0 0,0 0 0,0 0 0,0 0 0,0 0 0,0 0 0,0 0 0,0 0 0,0 0 0,0 0 0,-1 0 0,1 0 0,13-2 0,19 3 0,10 3 0,-1 3 0,-1 2 0,1 1 0,46 19 0,-74-24 0,0 1 0,0 1 0,0 0 0,-1 1 0,0 0 0,-1 1 0,0 0 0,0 1 0,-1 0 0,0 0 0,0 1 0,-2 1 0,1 0 0,-1 0 0,12 25 0,-2 10 0,-2 1 0,-2 0 0,-3 1 0,-1 0 0,4 68 0,-8 250 0,-8-339 0,3-27 0,-1-1 0,0 0 0,0 0 0,0 0 0,0 0 0,0 1 0,0-1 0,0 0 0,0 0 0,0 0 0,0 0 0,0 0 0,0 1 0,-1-1 0,1 0 0,0 0 0,0 0 0,0 0 0,0 0 0,0 1 0,0-1 0,0 0 0,0 0 0,0 0 0,0 0 0,-1 0 0,1 0 0,0 0 0,0 1 0,0-1 0,0 0 0,0 0 0,0 0 0,-1 0 0,1 0 0,0 0 0,0 0 0,0 0 0,0 0 0,-1 0 0,1 0 0,0 0 0,0 0 0,0 0 0,0 0 0,0 0 0,-1 0 0,1 0 0,0 0 0,0 0 0,0 0 0,0 0 0,-1 0 0,1 0 0,0 0 0,0-1 0,-9-10 0,-5-18 0,8 6-455,1-1 0,-3-28 0,2-3-6371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9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826 13 24575,'0'-4'0,"-4"-3"0,-7 6 0,-5 7 0,-10 21 0,-9 24 0,-13 27 0,-16 27 0,-11 15 0,-16 4 0,-7 5 0,1-1 0,6-14 0,15-16 0,16-26 0,27-19 0,32-11 0,18-11-8191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58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 24575,'1012'0'0,"-1010"0"0,-1 0 0,1 0 0,0 0 0,0 0 0,0 0 0,0 0 0,0 0 0,0 1 0,0-1 0,0 1 0,0-1 0,-1 1 0,1 0 0,0 0 0,0 0 0,-1 0 0,1 0 0,0 0 0,-1 0 0,0 0 0,1 1 0,-1-1 0,2 3 0,-2-2 0,-1 0 0,0 0 0,0 0 0,0 0 0,0 1 0,0-1 0,0 0 0,0 0 0,0 0 0,-1 0 0,1 0 0,-1 0 0,0 0 0,0 0 0,0 0 0,0 0 0,0 0 0,0 0 0,0 0 0,0 0 0,-1-1 0,-1 3 0,-13 15 0,0-1 0,-2 0 0,-31 24 0,-69 44 0,63-48 0,-181 124 0,-239 182 0,418-297 0,-49 42 0,104-88 0,0 1 0,0-1 0,1 1 0,-1 0 0,0 0 0,1-1 0,-1 1 0,1 0 0,-1 0 0,1 0 0,0 1 0,0-1 0,0 0 0,0 0 0,0 1 0,1-1 0,-1 0 0,1 1 0,-1-1 0,1 1 0,0 3 0,1-4 0,1 1 0,-1 0 0,1-1 0,0 0 0,0 1 0,0-1 0,0 0 0,0 0 0,0 0 0,1 0 0,-1 0 0,1 0 0,-1-1 0,1 1 0,0-1 0,-1 0 0,1 0 0,3 1 0,26 9 0,-1-2 0,1-1 0,0-2 0,64 5 0,398 16-407,9-26-172,-329-2 515,-54 0 64,245 7 0,-351-6-19,-23-5-5,-30-7 142,32 10-18,-143-44-590,67 18-6336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59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24575,'5'0'0,"20"0"0,14 0 0,20 4 0,13 7 0,12 1 0,7 3 0,1 3 0,-2 4 0,-1 2 0,-8 3 0,-12 0 0,-9 0 0,-15-4-8191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1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24575,'5'-2'0,"-1"-1"0,1 0 0,0 1 0,0 0 0,0 0 0,0 1 0,0-1 0,0 1 0,0 0 0,1 1 0,-1-1 0,0 1 0,10 0 0,3 0 0,624-9 0,-382 12 0,3167-3-1365,-3383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2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 0 24575,'371'156'0,"-326"-133"0,-2 3 0,42 32 0,34 20 0,-110-73 0,28 18 0,-36-23 0,-1 1 0,1-1 0,-1 0 0,1 1 0,-1-1 0,1 1 0,-1 0 0,1-1 0,-1 1 0,1-1 0,-1 1 0,1 0 0,-1-1 0,0 1 0,0 0 0,1-1 0,-1 1 0,0 0 0,0-1 0,0 1 0,0 0 0,0-1 0,0 1 0,0 0 0,0 0 0,0-1 0,0 1 0,0 0 0,0 0 0,0-1 0,0 1 0,-1 0 0,1-1 0,0 1 0,-1 0 0,1-1 0,0 1 0,-1-1 0,1 1 0,-1 0 0,1-1 0,-1 1 0,1-1 0,-1 1 0,0-1 0,1 0 0,-1 1 0,0-1 0,-15 9 0,0-2 0,0 0 0,0-1 0,-1-1 0,0-1 0,0 0 0,-30 3 0,11-2 0,29-3 0,-777 123 0,678-114 0,-179-3 0,280-9 0,-1 1 0,1 0 0,-1 0 0,0 0 0,1 0 0,-1 1 0,-9 3 0,15-4 0,-1 0 1,1 0-1,0 0 0,-1 0 0,1 0 0,0 0 0,-1 0 0,1 1 0,0-1 1,-1 0-1,1 0 0,0 0 0,-1 1 0,1-1 0,0 0 0,0 0 1,-1 1-1,1-1 0,0 0 0,0 1 0,0-1 0,0 0 0,-1 1 1,1-1-1,0 0 0,0 1 0,0-1 0,0 0 0,0 1 0,0-1 1,0 0-1,0 1 0,0-1 0,0 0 0,0 1 0,0-1 0,0 1 1,0-1-1,0 0 0,0 1 0,0-1 0,0 0 0,1 1 0,-1-1 1,12 13-1373,11 3-5454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3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24575,'331'123'0,"-19"-8"0,-250-97 0,-38-11 0,1 0 0,-2 1 0,44 23 0,33 20 0,-65-35 0,62 39 0,-97-54 0,1-1 0,0 1 0,0-1 0,-1 1 0,1-1 0,0 1 0,-1-1 0,1 1 0,0 0 0,-1 0 0,1-1 0,-1 1 0,1 0 0,-1 0 0,0-1 0,1 1 0,-1 0 0,0 0 0,1 0 0,-1 0 0,0 0 0,0-1 0,0 1 0,0 0 0,0 0 0,0 0 0,0 0 0,0 0 0,0 0 0,-1 1 0,0 0 0,0 0 0,0 0 0,0 0 0,0 0 0,-1-1 0,1 1 0,-1 0 0,0 0 0,1-1 0,-1 1 0,-3 1 0,-3 2 0,0 0 0,0-1 0,-1 0 0,1 0 0,-12 3 0,-2-3-210,0-2 1,0 0-1,-36-1 0,49-1-316,-26-1-6300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4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24575,'146'-1'0,"161"3"0,-296-2 0,-1 2 0,0-1 0,0 1 0,0 1 0,0-1 0,0 2 0,-1-1 0,1 2 0,-1-1 0,0 1 0,0 0 0,-1 1 0,1 0 0,7 8 0,-7-5 0,1 1 0,-2 1 0,1-1 0,-1 1 0,-1 0 0,0 1 0,-1 0 0,0 0 0,-1 0 0,6 19 0,-5-6 0,-1 0 0,-1 0 0,2 50 0,-11 75 0,5-295 0,-2 38 0,2 19-1365,0 9-5461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4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7 24575,'-5'-5'0,"-10"4"0,-17 10 0,-12 18 0,-3 14 0,-3 13 0,-2 12 0,3-1 0,1-3 0,9-7 0,6-8 0,22-17 0,28-22 0,28-23 0,7-7-8191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6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1 212 24575,'4'7'0,"0"-1"0,0 1 0,-1 0 0,1 0 0,-2 0 0,1 1 0,-1-1 0,0 1 0,1 9 0,3 7 0,-1-2 0,-4-14 0,1-1 0,0 1 0,0-1 0,0 0 0,1 1 0,6 9 0,-8-15 0,0-1 0,1 0 0,-1 1 0,0-1 0,0 0 0,1 0 0,-1 0 0,0 0 0,1 0 0,-1-1 0,1 1 0,-1 0 0,1-1 0,0 1 0,-1-1 0,1 1 0,0-1 0,-1 0 0,1 1 0,0-1 0,-1 0 0,1 0 0,0-1 0,-1 1 0,1 0 0,0 0 0,-1-1 0,1 1 0,0-1 0,-1 0 0,1 1 0,-1-1 0,1 0 0,-1 0 0,3-2 0,15-8 0,-1-1 0,0-1 0,-1 0 0,-1-1 0,0-1 0,-1-1 0,0 0 0,16-24 0,-17 19 0,0-1 0,-2 0 0,0-1 0,-2 0 0,0 0 0,12-49 0,-8 24 0,-14 48 0,0 0 0,0 0 0,0-1 0,0 1 0,0 0 0,0 0 0,0 0 0,0 0 0,0 0 0,0 0 0,0 0 0,0-1 0,0 1 0,0 0 0,0 0 0,0 0 0,0 0 0,0 0 0,1 0 0,-1 0 0,0 0 0,0 0 0,0-1 0,0 1 0,0 0 0,0 0 0,0 0 0,0 0 0,0 0 0,0 0 0,1 0 0,-1 0 0,0 0 0,0 0 0,0 0 0,0 0 0,0 0 0,0 0 0,0 0 0,1 0 0,-1 0 0,0 0 0,0 0 0,0 0 0,0 0 0,0 0 0,0 0 0,0 0 0,1 0 0,-1 0 0,0 0 0,0 0 0,0 0 0,0 0 0,0 0 0,0 0 0,0 0 0,0 1 0,0-1 0,0 0 0,1 0 0,-1 0 0,0 0 0,0 0 0,0 0 0,3 13 0,0 21 0,-15 290 0,1-135 0,10 50 0,-2 56 0,1-260 0,-1 1 0,-2-1 0,-14 53 0,18-86 0,1 0 0,-1 0 0,0 1 0,0-1 0,0 0 0,0 0 0,-1 0 0,1 0 0,0-1 0,-1 1 0,1 0 0,-1-1 0,0 1 0,1 0 0,-1-1 0,0 0 0,0 1 0,0-1 0,0 0 0,0 0 0,0 0 0,-1-1 0,1 1 0,0 0 0,0-1 0,-1 1 0,1-1 0,0 0 0,-1 0 0,1 0 0,0 0 0,0 0 0,-1 0 0,-3-2 0,-7-1 0,1-1 0,-1 0 0,1-1 0,-23-13 0,20 11 0,-3-3-455,0-1 0,-18-14 0,8 2-6371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9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1 418 24575,'0'-4'0,"1"1"0,-1-1 0,1 0 0,1 0 0,-1 0 0,0 1 0,1-1 0,0 0 0,-1 1 0,1 0 0,1-1 0,-1 1 0,1 0 0,-1 0 0,1 0 0,6-4 0,5-5 0,1 1 0,20-12 0,-26 17 0,233-154 0,-81 53 0,-128 87-1365,-2 4-5461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0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0 305 24575,'5'-4'0,"6"-7"0,6-5 0,8-6 0,6-2 0,2 2 0,-1 0 0,-5 0 0,2-6 0,0 1 0,0 2 0,0 0 0,0 4 0,-1 1 0,-6 4-8191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10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24575,'5'0'0,"10"4"0,8 7 0,13 6 0,15 9 0,12 9 0,5 4 0,4-1 0,4-2 0,3-2 0,-3-8 0,-10-7 0,-7-8 0,-4-5 0,-7-4 0,-12-2-8191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11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24575,'4'0'0,"7"0"0,1 5 0,4 1 0,7 4 0,5 6 0,2-1 0,10-3 0,3 2 0,7 3 0,10 3 0,8 2 0,-3-1 0,-8-6 0,-9-4 0,-8-5 0,-11-3-8191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11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24575,'5'0'0,"6"4"0,6 3 0,4 3 0,4 1 0,6 2 0,12 5 0,8-2 0,-1 2 0,2 2 0,-5-3 0,-5-3 0,-6-5 0,-3-3 0,-4 1 0,-1 0 0,-2-2 0,-4-1-8191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13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24575,'18'1'0,"0"2"0,0 0 0,0 1 0,0 1 0,0 1 0,-1 0 0,0 1 0,19 12 0,43 15 0,-77-33 0,23 8 0,1 0 0,0-2 0,0 0 0,33 2 0,-52-8 0,0-1 0,0 0 0,0 0 0,0-1 0,0 0 0,0 0 0,0-1 0,-1 0 0,10-3 0,-12 3 0,0-1 0,0 1 0,0-1 0,-1 1 0,1-1 0,-1 0 0,1 0 0,-1-1 0,0 1 0,0-1 0,-1 1 0,1-1 0,-1 0 0,1 0 0,2-8 0,-4 0-13,-7 10 31,-17 10-1388,-16 15-5456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1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24575,'0'-1'0,"0"1"0,0 0 0,0 0 0,0 0 0,0-1 0,0 1 0,0 0 0,0 0 0,1 0 0,-1-1 0,0 1 0,0 0 0,0 0 0,0 0 0,0 0 0,1 0 0,-1-1 0,0 1 0,0 0 0,0 0 0,0 0 0,1 0 0,-1 0 0,0 0 0,0 0 0,0 0 0,1-1 0,-1 1 0,0 0 0,0 0 0,0 0 0,1 0 0,-1 0 0,0 0 0,0 0 0,1 0 0,-1 0 0,0 1 0,0-1 0,0 0 0,1 0 0,-1 0 0,16 5 0,15 11 0,-31-16 0,122 72 0,113 57 0,-229-125 0,1-2 0,0 1 0,0-1 0,0 0 0,0 0 0,0-1 0,1 0 0,-1 0 0,0-1 0,13-1 0,-16 0 0,1 0 0,0 0 0,-1 0 0,1-1 0,-1 0 0,1 0 0,-1 0 0,0-1 0,0 1 0,0-1 0,0 0 0,-1 0 0,1 0 0,-1-1 0,1 1 0,-1-1 0,3-5 0,10-12 0,1 1 0,1 0 0,0 1 0,2 1 0,0 1 0,27-18 0,-37 28-455,0-1 0,16-17 0,-9 5-6371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15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228 101 24575,'7'0'0,"0"1"0,1 0 0,-1 1 0,0 0 0,0 0 0,0 0 0,0 1 0,0 0 0,-1 0 0,1 1 0,-1 0 0,0 0 0,0 0 0,-1 1 0,1 0 0,-1 0 0,0 0 0,0 1 0,0 0 0,6 11 0,5 9 0,-1 2 0,-1 0 0,16 44 0,-15-23 0,-1 0 0,-3 1 0,-2 0 0,-2 1 0,-2-1 0,-2 1 0,-6 64 0,5-94 0,-2-21 0,1 0 0,-1 0 0,0 0 0,0 0 0,0 1 0,0-1 0,1 0 0,-1 0 0,0 0 0,0 0 0,0 0 0,0 0 0,1 0 0,-1 0 0,0 0 0,0 0 0,0 0 0,0 0 0,1 0 0,-1 0 0,0 0 0,0 0 0,0 0 0,1 0 0,-1 0 0,0 0 0,0 0 0,0 0 0,1 0 0,-1 0 0,0 0 0,0 0 0,0 0 0,0-1 0,0 1 0,1 0 0,-1 0 0,0 0 0,0 0 0,0 0 0,0 0 0,0-1 0,0 1 0,1 0 0,-1 0 0,0-1 0,20-34 0,25-67 0,-4-1 0,40-161 0,-73 228 0,-2 0 0,-1 0 0,-2 0 0,-1 0 0,-6-66 0,3 100 0,1 0 0,0 0 0,-1 0 0,1 0 0,-1 0 0,1 0 0,-1 0 0,0 1 0,0-1 0,0 0 0,0 1 0,0-1 0,0 0 0,0 1 0,0-1 0,-2-1 0,1 3 0,1-1 0,0 0 0,0 1 0,0-1 0,-1 1 0,1-1 0,0 1 0,-1 0 0,1-1 0,0 1 0,-1 0 0,1 0 0,0 0 0,-1 0 0,1 0 0,0 0 0,-1 1 0,-1-1 0,-2 2 0,-1 1 0,1-1 0,0 1 0,0 0 0,0 0 0,0 0 0,0 1 0,0 0 0,-7 7 0,-20 26 0,-47 70 0,29-37 0,-358 486 0,377-511-1365,13-15-5461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17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 24575,'-1'0'0,"0"0"0,0 1 0,0-1 0,0 1 0,0-1 0,1 1 0,-1-1 0,0 1 0,0 0 0,0-1 0,0 1 0,1 0 0,-1 0 0,0-1 0,1 1 0,-1 0 0,1 0 0,-1 0 0,0 2 0,-10 21 0,-11 47 0,-21 118 0,38-166 0,-7 49 0,11-66 0,0-1 0,1 1 0,0 0 0,0-1 0,1 1 0,0 0 0,0-1 0,0 1 0,2 7 0,-2-12 0,0 0 0,0 0 0,0 1 0,0-1 0,0 0 0,0 0 0,0 0 0,0 0 0,1 0 0,-1 0 0,0-1 0,0 1 0,1 0 0,-1-1 0,1 1 0,-1-1 0,0 1 0,1-1 0,-1 0 0,1 1 0,-1-1 0,1 0 0,-1 0 0,1 0 0,-1 0 0,1 0 0,-1 0 0,3-1 0,42-12 0,-31 7 0,0 0 0,0-1 0,-1 0 0,0-1 0,-1-1 0,0 0 0,0-1 0,-1 0 0,0-1 0,-1-1 0,0 1 0,-1-2 0,0 1 0,-1-2 0,0 1 0,-1-1 0,-1 0 0,0-1 0,-1 0 0,6-20 0,-2-22 0,-6 33 0,12-41 0,-16 64 0,0 1 0,0-1 0,0 0 0,0 1 0,0-1 0,0 1 0,0-1 0,0 1 0,0-1 0,0 1 0,1-1 0,-1 1 0,0-1 0,0 1 0,1-1 0,-1 1 0,0-1 0,1 1 0,-1 0 0,0-1 0,1 1 0,-1-1 0,1 1 0,-1 0 0,1-1 0,-1 1 0,1 0 0,-1 0 0,1-1 0,-1 1 0,1 0 0,-1 0 0,2 0 0,5 18 0,-1 33 0,-5 429 0,-3-232 0,2-242 0,0 0 0,0 0 0,0 0 0,-1 0 0,0 0 0,0-1 0,-1 1 0,1 0 0,-4 5 0,4-8 0,-1-1 0,0 1 0,0-1 0,0 0 0,-1 1 0,1-1 0,0 0 0,-1 0 0,1-1 0,-1 1 0,0-1 0,0 1 0,1-1 0,-1 0 0,0 0 0,0 0 0,0 0 0,0 0 0,-4-1 0,-34 6 0,-1-2 0,0-2 0,0-2 0,-56-7 0,95 7-74,0 0-2,0 0 0,0 0 0,1 0 0,-1-1 0,0 1 0,0-1 0,0 0 0,1 0 0,-1 0 0,0 0 1,1 0-1,-1 0 0,1-1 0,-1 1 0,1-1 0,-4-2 0,2-9-6750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26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24575,'0'4'0,"0"11"0,0 8 0,0 4 0,0 2 0,0 1 0,0 0 0,0-1 0,0 0 0,0-2 0,0-4-8191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29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24575,'13'0'0,"10"0"0,6-5 0,-3-6 0,-6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29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2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24575,'8'8'0,"-1"1"0,1-1 0,0 0 0,1 0 0,-1-1 0,2 0 0,15 9 0,2 2 0,587 448-311,-452-337-338,395 341 440,-44 49 225,-101-7-16,-34 23 0,144 328-355,-483-791-759,-10-19-4455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3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1211 1 24575,'2'61'0,"3"0"0,15 74 0,38 119 0,13 85 0,-70-333 0,0 1 0,0-1 0,-1 0 0,0 0 0,0 0 0,-1 0 0,1 0 0,-1 1 0,-1-1 0,1 0 0,-4 8 0,4-13 0,0 1 0,0 0 0,0 0 0,-1 0 0,1-1 0,-1 1 0,1-1 0,-1 1 0,0-1 0,1 1 0,-1-1 0,0 0 0,0 0 0,-2 1 0,-1-1 0,1 1 0,0-1 0,0 0 0,0-1 0,0 1 0,-1-1 0,1 0 0,0 0 0,-6-1 0,-29-6 0,1-1 0,-69-25 0,40 11 0,-854-259-1365,806 244-5461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4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24575,'-1'0'0,"1"0"0,-1 0 0,1 0 0,-1 0 0,1 1 0,-1-1 0,1 0 0,-1 0 0,1 1 0,-1-1 0,1 0 0,0 1 0,-1-1 0,1 0 0,-1 1 0,1-1 0,0 1 0,0-1 0,-1 1 0,1-1 0,0 0 0,0 1 0,-1-1 0,1 1 0,0-1 0,0 1 0,0 0 0,0-1 0,0 1 0,0 0 0,-2 21 0,2-19 0,4 42 0,1-1 0,2 0 0,15 54 0,-2-14 0,54 243 0,66 387 0,-94 19-540,-48 2 68,-2-480 619,1 97-1368,3-316-4884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4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0 487 24575,'1'13'0,"0"-1"0,1 1 0,0 0 0,1 0 0,0-1 0,7 16 0,36 70 0,-38-81 0,225 378 0,-202-345 0,-24-40 0,-2 1 0,2-1 0,-1 0 0,1-1 0,1 1 0,0-2 0,13 13 0,-20-21 0,0 1 0,0 0 0,0 0 0,0-1 0,0 1 0,0-1 0,0 1 0,0-1 0,0 0 0,0 1 0,1-1 0,-1 0 0,0 0 0,0 0 0,1 0 0,-1 0 0,0 0 0,0 0 0,0 0 0,1 0 0,-1 0 0,0-1 0,0 1 0,0-1 0,0 1 0,0-1 0,2 0 0,-1-1 0,1 0 0,0-1 0,-1 1 0,0-1 0,1 1 0,-1-1 0,0 0 0,3-6 0,11-26 0,-1-1 0,-2 0 0,-1-1 0,9-55 0,-8 40 0,70-345 0,-6 23 0,-71 350 0,-3 13 0,0-1 0,0 0 0,-1 0 0,-1 0 0,0 0 0,-1-15 0,0 26 2,0-1 0,-1 1-1,1-1 1,-1 1 0,1-1 0,-1 1-1,1-1 1,-1 1 0,0-1 0,0 1-1,0 0 1,0 0 0,0-1-1,0 1 1,0 0 0,0 0 0,0 0-1,-1 0 1,1 0 0,0 0 0,-1 1-1,1-1 1,-1 0 0,1 1 0,0-1-1,-1 1 1,0-1 0,1 1-1,-1 0 1,1-1 0,-1 1 0,1 0-1,-1 0 1,0 0 0,1 0 0,-1 1-1,1-1 1,-1 0 0,1 1-1,-2 0 1,-11 2-169,1 0 0,0 2 0,-21 9 0,20-8-601,-44 17-6058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5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 24575,'0'-1'0,"1"1"0,-1-1 0,1 0 0,-1 1 0,1-1 0,-1 0 0,1 1 0,0-1 0,-1 1 0,1-1 0,0 1 0,-1-1 0,1 1 0,0 0 0,0-1 0,-1 1 0,1 0 0,0 0 0,0-1 0,0 1 0,-1 0 0,1 0 0,0 0 0,0 0 0,0 0 0,1 0 0,2 0 0,76-9 0,133 2 0,-135 7 0,4-2 0,-13 0 0,76 6 0,-139-3 0,-1 0 0,1-1 0,0 2 0,-1-1 0,1 1 0,-1 0 0,1 0 0,-1 0 0,0 1 0,0-1 0,5 5 0,-7-5 0,-1 0 0,0 1 0,0-1 0,0 0 0,0 1 0,0 0 0,-1-1 0,1 1 0,-1 0 0,1 0 0,-1 0 0,0 0 0,0 0 0,-1 0 0,1 0 0,-1 0 0,1 0 0,-1 0 0,0 0 0,0 1 0,-1 2 0,-2 13 0,0-1 0,-1-1 0,-1 1 0,-1-1 0,0 0 0,-2 0 0,0 0 0,-10 15 0,-87 122 0,103-151 0,-142 163 0,31-41 0,112-124 0,-1 1 0,1-1 0,0 1 0,-1-1 0,1 1 0,0-1 0,0 1 0,0 0 0,0 0 0,0 0 0,1-1 0,-1 1 0,1 0 0,-1 0 0,1 0 0,-1 0 0,1 0 0,0 0 0,0 0 0,0 0 0,0 3 0,2-4 0,-1 1 0,0-1 0,0 0 0,1 1 0,-1-1 0,1 0 0,-1 0 0,1 0 0,-1 0 0,1 0 0,0 0 0,-1-1 0,1 1 0,0 0 0,0-1 0,-1 1 0,1-1 0,0 0 0,0 0 0,0 0 0,2 0 0,18 2 40,0 0 0,34-4 0,-49 2-154,-1-1 0,1 1-1,0-2 1,-1 1 0,1-1 0,-1 0-1,1 0 1,-1-1 0,0 0 0,0 0-1,0 0 1,8-7 0,3-10-6712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5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40 446 24575,'-1'-10'0,"0"0"0,-1 0 0,0 0 0,0 0 0,-1 0 0,-7-14 0,7 15 0,-1 0 0,1 0 0,1 0 0,-1 0 0,2-1 0,-2-9 0,3 16 0,0 1 0,1-1 0,-1 1 0,0 0 0,1-1 0,-1 1 0,1 0 0,0-1 0,0 1 0,0 0 0,0 0 0,0 0 0,0-1 0,1 1 0,-1 1 0,1-1 0,-1 0 0,1 0 0,0 0 0,0 1 0,0-1 0,0 1 0,0 0 0,0-1 0,0 1 0,0 0 0,4-1 0,4-1 0,0 0 0,0 0 0,0 1 0,0 1 0,16-1 0,38 2 0,0 4 0,-1 2 0,95 21 0,14 1 0,-165-26 0,0-1 0,1-1 0,-1 1 0,0-1 0,1-1 0,-1 1 0,1-1 0,-1-1 0,0 1 0,10-4 0,-14 3 0,1-1 0,0 1 0,-1-1 0,1 1 0,-1-1 0,0 0 0,0 0 0,0-1 0,0 1 0,-1-1 0,1 1 0,-1-1 0,0 0 0,0 0 0,0 0 0,-1 0 0,0 0 0,1 0 0,0-6 0,4-21-682,4-34-1,-1-43-6143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6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24575,'0'0'0,"1"-1"0,-1 0 0,0 1 0,0-1 0,1 0 0,-1 1 0,0-1 0,1 1 0,-1-1 0,1 1 0,-1-1 0,1 1 0,-1-1 0,1 1 0,-1-1 0,1 1 0,-1 0 0,1-1 0,-1 1 0,1 0 0,0-1 0,-1 1 0,1 0 0,0 0 0,-1 0 0,1-1 0,1 1 0,22-3 0,-24 3 0,67-2 0,1 4 0,97 13 0,-74-4 0,1111 71-2181,166-61-93,5-25 1936,-932 2-838,-388 1-1046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7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 0 24575,'124'80'0,"-33"-24"0,116 96 0,-183-132 0,-1 1 0,-1 2 0,-1 0 0,-1 1 0,0 1 0,-2 1 0,-2 1 0,0 0 0,15 38 0,-31-65 0,3 7 0,0-1 0,-1 1 0,0 0 0,0-1 0,-1 1 0,1 9 0,-2-14 0,0 0 0,0 0 0,-1 0 0,1 0 0,-1 0 0,1 1 0,-1-1 0,0 0 0,0 0 0,0-1 0,0 1 0,0 0 0,0 0 0,0 0 0,-1-1 0,1 1 0,-1 0 0,1-1 0,-1 1 0,1-1 0,-1 0 0,0 0 0,0 0 0,-3 2 0,-23 9 0,0-1 0,0-2 0,-1-1 0,0-1 0,-44 4 0,14-1 0,-460 91-1365,434-85-5461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7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24575,'117'-1'0,"191"8"0,-289-6 0,0 2 0,0 0 0,-1 1 0,1 0 0,-1 2 0,0 0 0,0 1 0,-1 1 0,0 1 0,0 0 0,-1 1 0,0 1 0,-1 1 0,0 0 0,-1 0 0,0 2 0,-1 0 0,-1 0 0,0 1 0,-1 1 0,17 31 0,-5-2 0,-3 2 0,27 89 0,12 103 0,-34-127 0,-16-92 0,-9-20 0,0 0 0,0 0 0,1 0 0,-1 0 0,0 0 0,1 0 0,-1 0 0,0 0 0,0 0 0,1-1 0,-1 1 0,0 0 0,1 0 0,-1 0 0,0 0 0,0 0 0,1-1 0,-1 1 0,0 0 0,0 0 0,0 0 0,1-1 0,-1 1 0,0 0 0,0 0 0,0-1 0,0 1 0,1 0 0,-1 0 0,0-1 0,0 1 0,0 0 0,0 0 0,0-1 0,0 1 0,0-1 0,11-42 0,-10 38 0,36-243-856,-35 228 347,9-72-6317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8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1268 0 24575,'-9'5'0,"-12"5"0,-17 11 0,-15 16 0,-17 24 0,-24 16 0,-33 17 0,-14 16 0,-5 8 0,4-3 0,12-11 0,19-15 0,28-17 0,29-26 0,23-25 0,17-31 0,10-12-8191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8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1717 24575,'5'-9'0,"15"-17"0,27-23 0,24-25 0,36-38 0,38-31 0,30-28 0,13-22-1119,-2-6 1119,-10 4 0,-21 16 0,-28 25 0,-31 30 0,-31 35-7072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39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 24575,'3'-4'0,"-1"0"0,1 0 0,0 0 0,0 1 0,1-1 0,-1 1 0,1 0 0,0 0 0,0 0 0,-1 1 0,2-1 0,-1 1 0,0 0 0,0 0 0,9-2 0,7-2 0,0 1 0,25-3 0,-37 7 0,28-5 0,0 3 0,1 1 0,-1 1 0,1 3 0,61 9 0,-79-8 0,0 1 0,-1 1 0,0 1 0,0 0 0,0 1 0,-1 1 0,0 1 0,-1 1 0,1 0 0,-2 1 0,0 0 0,24 24 0,-32-26 0,-1-1 0,0 1 0,-1 0 0,0 0 0,0 0 0,-1 1 0,0 0 0,-1 0 0,0 0 0,-1 0 0,0 0 0,0 1 0,-1-1 0,0 0 0,-1 1 0,0-1 0,-2 12 0,-2 4 0,0-1 0,-1 0 0,-2 0 0,0-1 0,-21 44 0,-2-5 0,-2-1 0,-3-3 0,-3 0 0,-79 93 0,103-140 0,13-17 0,16-27 0,15-13-1365,4-3-5461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2:40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133 311 24575,'-1'108'0,"4"120"0,-3-220 0,1 0 0,0 0 0,1 0 0,0 0 0,0 0 0,0-1 0,1 1 0,5 8 0,-7-14 0,0 0 0,1 0 0,-1 0 0,1 0 0,0 0 0,-1 0 0,1 0 0,0-1 0,0 1 0,0-1 0,1 1 0,-1-1 0,0 0 0,0 0 0,1 0 0,-1 0 0,0 0 0,1-1 0,-1 1 0,1-1 0,-1 1 0,1-1 0,-1 0 0,1 0 0,-1 0 0,1 0 0,-1-1 0,1 1 0,3-2 0,5-1 0,0-1 0,0-1 0,0 0 0,-1-1 0,0 0 0,0 0 0,0-1 0,-1 0 0,0-1 0,0 0 0,-1 0 0,12-16 0,4-7 0,-1-1 0,26-51 0,-23 35 0,-2-2 0,32-99 0,-47 117 0,-1 0 0,-1-1 0,-2 0 0,-1 0 0,-2-67 0,-8 224 0,25 1148 0,-15-1196 0,-1-24 0,-5 66 0,2-115 0,0-1 0,0 0 0,0 0 0,0 1 0,-1-1 0,1 0 0,-1 0 0,0 0 0,0 0 0,1 1 0,-1-1 0,-1 0 0,1-1 0,0 1 0,0 0 0,-1 0 0,1 0 0,-3 1 0,3-2 0,-1-1 0,1 1 0,-1-1 0,0 0 0,1 1 0,-1-1 0,0 0 0,1 0 0,-1 0 0,0 0 0,1 0 0,-1-1 0,0 1 0,1 0 0,-1-1 0,1 1 0,-1-1 0,1 0 0,-1 1 0,1-1 0,-1 0 0,1 0 0,0 0 0,-1 0 0,-1-2 0,-44-36 0,3-3 0,1-1 0,-43-56 0,73 83 0,-30-38 40,2-1 0,-37-69 0,-52-126-1525,96 183-5341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16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814 27 24575,'-3'-3'0,"0"1"0,0 0 0,0 1 0,0-1 0,0 0 0,0 1 0,0 0 0,-1-1 0,1 1 0,-1 1 0,-3-2 0,-44-3 0,38 5 0,-12-2 0,1 2 0,-1 1 0,0 0 0,0 2 0,0 1 0,1 1 0,0 2 0,0 0 0,0 1 0,1 1 0,1 2 0,-1 0 0,2 1 0,-1 1 0,2 1 0,0 1 0,1 1 0,0 0 0,1 2 0,-28 34 0,21-16 0,1 1 0,2 1 0,2 1 0,1 1 0,2 1 0,2 0 0,1 1 0,-9 55 0,9-21 0,4 0 0,4 1 0,5 145 0,3-195 0,0 0 0,2 0 0,1 0 0,1-1 0,2 0 0,0 0 0,2 0 0,0-1 0,2-1 0,1 0 0,26 37 0,28 36 0,-20-26 0,4-2 0,92 98 0,-103-130 0,3-2 0,0-2 0,2-2 0,1-1 0,2-3 0,83 35 0,-79-39 0,81 31 0,-112-48 0,-1 0 0,1-1 0,0-2 0,39 3 0,48-7 0,108-14 0,106-31 0,-182 19 0,-1-6 0,-1-6 0,-3-6 0,181-87 0,-300 124 0,0 0 0,0-1 0,-1 0 0,18-16 0,-26 19 0,0-1 0,-1 0 0,0 0 0,0 0 0,-1-1 0,0 1 0,0-1 0,-1 0 0,7-18 0,-1-7 0,0-1 0,-3-1 0,6-56 0,-6-105 0,-8 151 0,-2 0 0,-2 0 0,-2 1 0,-2-1 0,-1 2 0,-3 0 0,-2 0 0,-1 1 0,-2 1 0,-2 1 0,-48-72 0,39 70 0,-2 1 0,-2 2 0,-50-47 0,63 68 0,-1 1 0,0 1 0,-1 1 0,-1 1 0,-1 0 0,0 2 0,0 1 0,-30-9 0,0 4-341,0 1 0,-1 4-1,-92-9 1,115 19-6485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8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628 1 24575,'-2'0'0,"0"1"0,0 1 0,0-1 0,0 0 0,1 0 0,-1 1 0,0-1 0,1 1 0,-1-1 0,1 1 0,-1 0 0,1 0 0,0-1 0,-1 1 0,1 0 0,0 0 0,0 0 0,-1 4 0,-1 0 0,-20 41 0,2 1 0,-17 59 0,-20 110 0,-124 678-727,130-612 603,7-46 124,-102 573 0,137-752 0,4-23 0,0-1 0,2 1 0,2-1 0,1 40 0,2-71 10,-1-1-1,1 0 1,-1 1-1,1-1 1,0 0-1,0 0 1,0 1 0,0-1-1,0 0 1,0 0-1,1 0 1,-1 0-1,1-1 1,-1 1-1,1 0 1,0-1 0,-1 1-1,1-1 1,0 1-1,0-1 1,0 0-1,4 2 1,4 1 97,-1 0 1,1-1-1,20 4 0,-21-6-47,63 12 18,110 5 0,80-12-104,-172-5 38,41 1-12,344-5 0,-407-6-1365,-25-4-5461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8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1224 0 24575,'-8'272'-111,"-55"351"1,-97 254-355,157-859 465,-20 98 0,-5 0 0,-48 128 0,72-235-1,1 0-1,-2 0 1,1 0 0,-1-1 0,0 0-1,-1 0 1,-12 14 0,15-19 29,0-1-1,-1 1 1,1-1 0,-1 0-1,0 0 1,1 0 0,-1-1 0,0 1-1,0-1 1,0 0 0,0 0-1,-1 0 1,1 0 0,0-1 0,0 0-1,0 0 1,-1 0 0,1 0-1,0-1 1,-5 0 0,-14-6-13,-1 0 0,1-1 0,0-1-1,1-1 1,0-2 0,-37-24 0,28 16-5,-391-276-10,415 291 0,0 0-170,0-1-1,0 1 0,0-2 1,1 1-1,0-1 0,1 0 1,-6-8-1,-2-11-6655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49:39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24575,'5'0'0,"6"0"0,10 0 0,2-4 0,1-2 0,1-5 0,2 1 0,0-4 0,-5 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22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17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24575,'1'16'0,"1"1"0,0-1 0,1 1 0,1-1 0,0 0 0,11 27 0,5 2 0,28 44 0,18 19 0,117 147 0,111 79 0,-209-243 0,5-4 0,120 91 0,-139-118 0,-12-8 0,-12-15 0,465 365 0,-454-359 0,11 8 0,72 72 0,-125-105 0,0 1 0,-2 1 0,23 40 0,-23-37 0,0 0 0,31 38 0,134 146 0,-159-179 0,-1 0 0,22 46 0,-18-31 0,66 105 0,-73-126 0,1-1 0,1 0 0,0-1 0,28 23 0,-9-13 0,17 16 0,3-2 0,64 38 0,-83-58 0,0 1 0,-2 2 0,-1 2 0,-1 1 0,34 39 0,20 18 0,-87-86-46,-1-1 1,1 1-1,0 0 1,-1 0-1,1 0 1,0-1-1,0 1 1,-1 0-1,1-1 1,0 1-1,0 0 1,0-1-1,0 1 1,0-1-1,0 0 1,0 1-1,0-1 1,0 0-1,0 1 1,0-1-1,0 0 1,0 0-1,0 0 1,0 0-1,0 0 1,0 0-1,0 0 1,0 0-1,1-1 1,6-7-6781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18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0 24575,'-1'24'0,"1"-1"0,1 0 0,1 0 0,1 0 0,1 0 0,1 0 0,14 36 0,-4-24 0,60 151 0,30 63 0,-29-75 0,-74-169 0,0 0 0,0 0 0,0 0 0,-1 0 0,0 1 0,0-1 0,0 0 0,-1 11 0,0-14 0,0-1 0,-1 1 0,1-1 0,-1 1 0,0-1 0,1 1 0,-1-1 0,0 1 0,0-1 0,0 0 0,0 1 0,0-1 0,0 0 0,0 0 0,0 0 0,-1 0 0,1 0 0,0 0 0,-1 0 0,1 0 0,-1 0 0,1-1 0,-1 1 0,1 0 0,-1-1 0,0 0 0,1 1 0,-1-1 0,1 0 0,-1 0 0,0 0 0,-2 0 0,-43 2 0,-80-6 0,25-1 0,-151 5-1365,224 0-5461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1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24575,'0'4'0,"1"0"0,-1 0 0,1 0 0,0 0 0,0 0 0,1 0 0,-1 0 0,1-1 0,-1 1 0,1 0 0,3 3 0,30 37 0,-21-29 0,49 55 0,80 68 0,83 53 0,-152-130 0,452 366-236,128 108-93,-573-468 364,-9-8 111,-2 2-1,64 75 0,44 88-43,-94-113-106,130 131 0,-164-197 4,79 53 0,-83-66 0,-2 2 0,75 74 0,-118-106 0,85 93 0,86 123 0,-134-165 0,17 26 0,2 20 0,-12-20 0,62 83 0,-95-149 120,-11-12-152,-1-1 1,0 0-1,0 1 1,0-1-1,0 0 0,0 0 1,1 0-1,-1 1 1,0-1-1,0 0 0,0 0 1,1 0-1,-1 1 1,0-1-1,0 0 0,1 0 1,-1 0-1,0 0 1,0 0-1,1 1 0,-1-1 1,0 0-1,0 0 1,1 0-1,-1 0 0,0 0 1,1 0-1,-1 0 1,0 0-1,0 0 0,1 0 1,-1 0-1,0 0 1,1 0-1,-1-1 1,0 1-1,0 0 0,1 0 1,-1 0-1,0 0 1,0 0-1,1-1 0,-1 1 1,0 0-1,0 0 1,1-1-1,0-10-6794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1:42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1073 0 24575,'11'14'0,"0"0"0,-1 0 0,-1 1 0,0 1 0,-1-1 0,9 25 0,11 20 0,109 172 0,-78-138 0,64 136 0,-9 49 0,-111-274 0,-1 1 0,0-1 0,0 1 0,-1 0 0,0-1 0,0 1 0,0 0 0,-1 10 0,0-14 0,0 0 0,-1 0 0,0 0 0,1 0 0,-1 0 0,0-1 0,0 1 0,0 0 0,0-1 0,0 1 0,0-1 0,-1 1 0,1-1 0,-1 1 0,1-1 0,-1 0 0,1 0 0,-1 0 0,1 0 0,-1 0 0,0 0 0,0 0 0,0 0 0,1-1 0,-1 1 0,0-1 0,0 1 0,0-1 0,0 0 0,-2 1 0,-15 0 0,-1-1 0,1 0 0,0-2 0,0 0 0,-1-1 0,2-1 0,-21-6 0,38 10 0,-528-175 0,381 120 0,12 7 0,-321-130 0,378 138-1365,25 7-5461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23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24575,'120'166'0,"-66"-84"0,926 1270-1760,-27-160 1831,-792-991 283,-156-195-354,0 0 0,0 0 0,1 0 0,0-1 0,10 8 0,-15-13 0,-1 0 0,1 1 0,-1-1 0,1 0 0,0 0 0,-1 1 0,1-1 0,-1 0 0,1 0 0,0 0 0,-1 0 0,1 1 0,0-1 0,-1 0 0,1 0 0,-1 0 0,1-1 0,0 1 0,-1 0 0,1 0 0,0 0 0,-1 0 0,1-1 0,-1 1 0,1 0 0,0 0 0,-1-1 0,1 1 0,-1 0 0,1-1 0,-1 1 0,1-1 0,-1 1 0,0-1 0,1 1 0,-1-1 0,1 1 0,-1-1 0,0 1 0,1-1 0,-1 1 0,0-1 0,0-1 0,3-9 8,-1-1 0,0 1-1,-1-1 1,0 0-1,-1 0 1,0 1 0,-1-1-1,-1 0 1,-3-14-1,1-9 140,-15-110-623,-2-3-6127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23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913 0 24575,'315'437'39,"-39"20"-836,-246-406 547,295 519 116,-203-352 362,-105-186-228,-37-53 0,-102-127-17,-197-184 1,-368-235-60,-42 58-1193,609 430-4630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24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1 24575,'-3'0'0,"-1"1"0,1-1 0,-1 1 0,1 0 0,-1 1 0,1-1 0,-1 1 0,1-1 0,0 1 0,0 0 0,0 0 0,0 0 0,0 1 0,1-1 0,-1 1 0,-3 3 0,-37 52 0,36-47 0,-197 304 0,197-305 0,0 1 0,1 0 0,0 1 0,1-1 0,-4 15 0,8-22 0,0 0 0,0 1 0,0-1 0,1 1 0,-1-1 0,1 1 0,1-1 0,-1 1 0,0-1 0,1 1 0,0-1 0,0 0 0,0 1 0,1-1 0,0 0 0,-1 0 0,1 0 0,3 4 0,4 4 0,0 0 0,1-1 0,1 0 0,0 0 0,0-1 0,1-1 0,21 14 0,-12-10 0,1-1 0,1-1 0,43 14 0,-59-22-136,0-1-1,0-1 1,1 1-1,-1-1 1,0-1-1,1 1 1,-1-1-1,1-1 0,9 0 1,17-8-6690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25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817 1 24575,'-1'0'0,"0"1"0,0-1 0,0 1 0,0-1 0,0 1 0,0-1 0,0 1 0,0 0 0,1-1 0,-1 1 0,0 0 0,0 0 0,0 0 0,1-1 0,-1 1 0,0 0 0,1 0 0,-1 0 0,1 0 0,-1 2 0,-11 27 0,9-23 0,-74 195 0,-206 459 0,275-645 0,0 0 0,0 0 0,-1-1 0,-1 0 0,-15 18 0,23-30 0,0-1 0,0 0 0,0 0 0,0 0 0,-1 0 0,1 0 0,0-1 0,-1 1 0,1-1 0,-1 1 0,0-1 0,1 0 0,-1 0 0,0 0 0,0 0 0,0-1 0,0 1 0,1-1 0,-1 1 0,0-1 0,0 0 0,0 0 0,0-1 0,0 1 0,0-1 0,0 1 0,0-1 0,1 0 0,-1 0 0,0 0 0,0 0 0,-3-3 0,-4-3 0,2 0 0,-1 0 0,1-1 0,0 0 0,0-1 0,1 1 0,0-2 0,1 1 0,-7-13 0,-43-99 0,47 99 0,-21-53 60,-23-87 0,43 124-357,2-1 0,2 0 0,1 0 0,1-54 0,5 65-6529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25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24575,'14'-4'0,"18"-12"0,3-2-8191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3:28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1085 388 24575,'-20'2'0,"0"1"0,0 1 0,0 1 0,1 1 0,-33 13 0,41-15 0,-5 2 0,0 1 0,0 0 0,1 1 0,0 0 0,1 2 0,-1 0 0,2 0 0,-1 1 0,2 1 0,-1 0 0,2 0 0,0 2 0,0-1 0,1 1 0,1 1 0,0 0 0,1 0 0,1 1 0,0-1 0,1 2 0,1-1 0,-4 19 0,2 12 0,1 0 0,3 0 0,1 0 0,3 1 0,1-1 0,18 88 0,-8-79 0,2-1 0,3-1 0,3 0 0,1-2 0,41 71 0,-44-94 0,2 0 0,1-2 0,1 0 0,1-1 0,2-2 0,0 0 0,2-2 0,0-1 0,1-1 0,1-1 0,1-1 0,54 22 0,-34-20 0,1-2 0,0-3 0,2-2 0,0-1 0,0-4 0,1-1 0,78-2 0,-100-5 0,0-1 0,0-2 0,55-13 0,-74 13 0,1-1 0,-2-1 0,1 0 0,-1-1 0,1 0 0,-2-1 0,1 0 0,-1 0 0,0-2 0,0 1 0,12-15 0,-9 6 0,-1 0 0,-1-1 0,-1 0 0,-1-1 0,0 0 0,13-39 0,27-128 0,-43 155 0,18-93 0,-6-1 0,-5-1 0,-2-161 0,-13 252 0,0 0 0,-3 1 0,-12-57 0,11 72 0,-1 0 0,-1 1 0,0 0 0,-2 0 0,0 0 0,-1 1 0,-23-31 0,9 22 0,0 0 0,-2 2 0,-1 1 0,-1 1 0,-1 1 0,-33-18 0,-6 2 0,-124-48 0,107 55 0,-1 4 0,-1 3 0,-1 5 0,-137-11 0,-363 18 0,209 20 0,373-9 0,0 0 0,0 0 0,0 1 0,0 0 0,0 0 0,0 1 0,-8 2 0,11-2 0,0-1 0,1 1 0,-1 0 0,0 0 0,1 0 0,-1 0 0,1 0 0,0 1 0,-1-1 0,1 1 0,0 0 0,1-1 0,-1 1 0,0 0 0,-1 5 0,-13 47-1365,6 6-5461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42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94 966 24575,'-3'66'0,"-2"0"0,-23 100 0,27-159 0,0 0 0,-1 0 0,1 0 0,-2-1 0,1 1 0,-1-1 0,0 0 0,-6 10 0,9-15 0,0-1 0,0 0 0,-1 0 0,1 1 0,0-1 0,0 0 0,0 0 0,-1 1 0,1-1 0,0 0 0,0 0 0,-1 0 0,1 1 0,0-1 0,0 0 0,-1 0 0,1 0 0,0 0 0,-1 0 0,1 1 0,0-1 0,0 0 0,-1 0 0,1 0 0,0 0 0,-1 0 0,1 0 0,0 0 0,-1 0 0,1 0 0,0 0 0,-1-1 0,1 1 0,0 0 0,0 0 0,-1 0 0,1 0 0,0 0 0,-1 0 0,1-1 0,0 1 0,0 0 0,-1 0 0,1 0 0,0-1 0,0 1 0,0 0 0,-1 0 0,1-1 0,0 1 0,0 0 0,0 0 0,0-1 0,-1 0 0,-5-19 0,0-22 0,2 1 0,2-1 0,1 1 0,8-72 0,41-170 0,-37 223 0,9-32 0,4 2 0,4 0 0,4 2 0,60-116 0,-88 195 0,35-60 0,-36 65 0,0 0 0,0 0 0,0 0 0,1 0 0,-1 1 0,1 0 0,0-1 0,0 1 0,0 1 0,0-1 0,1 0 0,8-2 0,-12 4 0,0 1 0,0 0 0,0 0 0,1-1 0,-1 1 0,0 0 0,0 0 0,0 0 0,1 0 0,-1 1 0,0-1 0,0 0 0,0 0 0,1 1 0,-1-1 0,0 1 0,0-1 0,0 1 0,0-1 0,0 1 0,0 0 0,0 0 0,0-1 0,0 1 0,0 0 0,-1 0 0,1 0 0,0 0 0,0 0 0,-1 0 0,1 0 0,-1 0 0,1 0 0,-1 0 0,1 2 0,2 5 0,-1-1 0,0 1 0,-1-1 0,1 11 0,-2-18 0,6 96 0,-8 132 0,-2-102 0,2-9 0,3 236 0,0-341-105,0 0 0,1-1 0,0 1 0,1-1 0,0 0 0,1 0 0,0 0 0,1 0 0,0-1 0,1 1 0,0-1 0,12 15 0,19 16-6721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39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16 24575,'-1'-2'0,"-1"1"0,1-1 0,-1 1 0,0 0 0,0-1 0,0 1 0,0 0 0,0 0 0,0 1 0,0-1 0,0 0 0,0 1 0,0-1 0,0 1 0,-1 0 0,1-1 0,0 1 0,0 0 0,0 0 0,0 1 0,-1-1 0,1 0 0,0 1 0,0-1 0,0 1 0,0 0 0,-3 1 0,-4 3 0,0 0 0,1 0 0,-1 1 0,-12 11 0,-6 9 0,1 1 0,2 1 0,0 1 0,2 1 0,2 1 0,0 1 0,-20 46 0,4 5 0,-49 162 0,56-131 0,4 2 0,-13 173 0,25 239 0,15-473 0,2 1 0,14 72 0,-14-110 0,0-1 0,1-1 0,0 1 0,2-1 0,0 0 0,0 0 0,2-1 0,0 0 0,0 0 0,2-1 0,17 19 0,-19-25 0,1 0 0,1-1 0,-1 0 0,1-1 0,1 0 0,-1-1 0,1 0 0,0 0 0,17 3 0,15 2 0,56 5 0,-88-14 0,26 4 0,0-1 0,1-3 0,60-4 0,-87 2 0,0-1 0,-1 0 0,1-1 0,-1 0 0,0-1 0,0 0 0,0 0 0,0-1 0,-1-1 0,0 0 0,0 0 0,0-1 0,-1-1 0,0 1 0,0-1 0,8-11 0,6-15 0,-2 0 0,-1-1 0,-2-1 0,18-50 0,-15 35 0,83-226 0,-83 208 0,-3 0 0,9-83 0,-20 67 0,-8-138 0,-3 94 0,4 114 0,0 0 0,-1 0 0,-1 1 0,-1-1 0,0 0 0,-8-20 0,8 28 0,0 0 0,-1 0 0,0 0 0,0 0 0,0 1 0,-1-1 0,0 1 0,0 0 0,-1 1 0,0-1 0,0 1 0,0 0 0,0 1 0,-8-5 0,-6-1 0,0 2 0,0 0 0,-1 1 0,0 1 0,0 0 0,0 2 0,-29-2 0,-157 1 0,151 6 0,-1 0-1365,10 0-5461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41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315 101 24575,'-8'0'0,"0"1"0,1 1 0,-1-1 0,0 1 0,0 0 0,0 1 0,1 0 0,0 0 0,-1 0 0,1 1 0,0 0 0,1 1 0,-1 0 0,1 0 0,0 0 0,0 0 0,0 1 0,1 0 0,0 1 0,0-1 0,-7 14 0,0 1 0,2-1 0,0 2 0,1 0 0,2 0 0,0 0 0,-5 33 0,-62 377 0,63-341 0,4 0 0,7 158 0,3-98 0,-3-135 0,1 1 0,0-1 0,1 0 0,1 0 0,0 0 0,1 0 0,1 0 0,1-1 0,0 0 0,1 0 0,0 0 0,1-1 0,1 0 0,1-1 0,-1 0 0,2 0 0,0-1 0,13 11 0,-9-11 0,2 0 0,-1-1 0,1-1 0,1 0 0,-1-2 0,2 0 0,-1-1 0,1 0 0,0-2 0,0 0 0,21 1 0,30 2 0,125-2 0,-157-6 0,119-1 0,305-42 0,-384 28 0,0-2 0,-2-4 0,0-3 0,-2-4 0,129-67 0,-200 93 0,166-102 0,-149 90 0,-1-2 0,-1 0 0,-1-1 0,0-1 0,-1 0 0,16-24 0,-32 42 0,23-33 0,-2 0 0,-1-1 0,-1-1 0,-2-1 0,17-52 0,-19 36 0,-3-2 0,-2 0 0,-3 0 0,1-73 0,-8 76 0,-4-180 0,3 219 0,-1 0 0,-1-1 0,0 1 0,-1 0 0,0 1 0,-1-1 0,0 1 0,-1 0 0,0 0 0,-1 0 0,0 1 0,-1 0 0,0 0 0,0 1 0,-1 0 0,0 1 0,-13-10 0,-7-3 0,0 1 0,-2 2 0,0 1 0,-60-23 0,24 16 0,-2 3 0,0 3 0,-1 3 0,-135-11 0,-293 18 0,406 9 0,-333 6 0,400-7 0,-4 0 0,0 1 0,-34 6 0,55-5 0,0-1 0,0 1 0,1 1 0,-1 0 0,1 0 0,-1 0 0,1 1 0,0 0 0,0 0 0,1 1 0,-1 0 0,-8 9 0,9-8 2,1 2 1,0-1-1,0 0 0,0 1 0,1 0 0,0 0 1,1 1-1,0-1 0,-4 18 0,2 2-695,-4 51-1,5 55-6132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50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2 24575,'-114'-2'0,"-127"5"0,237-2 0,0-1 0,-1 1 0,1 0 0,0 0 0,0 1 0,0-1 0,0 1 0,1 0 0,-1 0 0,0 0 0,1 0 0,-1 1 0,1 0 0,0-1 0,0 1 0,0 0 0,0 0 0,0 1 0,1-1 0,0 1 0,-1-1 0,1 1 0,0 0 0,1 0 0,-1 0 0,1 0 0,-2 8 0,-1 9 0,0 0 0,2 0 0,0 1 0,2 27 0,0-41 0,1 116 0,18 127 0,-13-207 0,2 0 0,3 0 0,1-1 0,2-1 0,1 0 0,31 57 0,-6-30 0,3-1 0,3-2 0,68 74 0,-70-92 0,2-3 0,2-1 0,1-3 0,82 52 0,-108-80 0,0 0 0,1-2 0,0-1 0,1 0 0,0-2 0,28 6 0,-13-8 0,-1-1 0,1-1 0,50-3 0,167-7 0,505-5 0,-599 11 0,289-35 0,-434 32 0,-1 0 0,0-2 0,-1 0 0,1 0 0,-1-2 0,0 0 0,25-16 0,-30 16 0,-1-1 0,0 0 0,0-1 0,-1 0 0,0-1 0,-1 0 0,0 0 0,-1-1 0,0 1 0,0-2 0,5-12 0,5-18 0,-2-1 0,-1-1 0,-3 0 0,12-87 0,-17 58 0,-2 0 0,-8-97 0,4 159 0,-2 0 0,1 1 0,-2-1 0,1 0 0,-1 1 0,-1 0 0,0 0 0,0 0 0,-1 0 0,-1 0 0,-7-10 0,1 5 0,-2 0 0,1 1 0,-2 0 0,0 1 0,-23-15 0,-14-7 0,-1 3 0,-2 2 0,0 3 0,-95-33 0,60 32 0,0 4 0,-133-17 0,-196 8 0,10 31 0,402 2 0,-340 3-1365,263-2-5461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53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1264 24575,'114'0'0,"400"-6"0,-10-43 0,-481 46 0,-1-1 0,1-2 0,-1 0 0,38-16 0,-56 20 0,1-1 0,-1 1 0,0-1 0,0 1 0,0-1 0,0 0 0,0-1 0,0 1 0,-1-1 0,0 1 0,0-1 0,0 0 0,0 0 0,0-1 0,-1 1 0,0 0 0,0-1 0,0 0 0,0 1 0,-1-1 0,0 0 0,0 0 0,0 0 0,-1 0 0,1 0 0,-1 0 0,-1-6 0,0-2 0,-2-1 0,0 1 0,0 0 0,-1 0 0,-11-23 0,-38-62 0,33 64 0,-54-91 0,-6 4 0,-6 4 0,-120-129 0,185 223 0,-1 1 0,0 2 0,-2 0 0,0 1 0,-45-25 0,50 34 0,0 1 0,-1 1 0,0 1 0,0 1 0,-1 0 0,0 2 0,0 0 0,-43-1 0,-192 15 0,240-8 0,1 0 0,0 1 0,0 0 0,-26 10 0,35-11 0,1 1 0,0-1 0,0 1 0,0 0 0,0 1 0,1-1 0,-1 1 0,1 0 0,0 0 0,0 0 0,0 0 0,0 1 0,1-1 0,0 1 0,0 0 0,-3 8 0,1 2 0,0 0 0,2 1 0,0-1 0,1 0 0,0 1 0,1-1 0,2 27 0,19 116 0,-13-116 0,77 374 0,-58-328 0,2-1 0,67 135 0,-85-200 0,71 125 0,-72-132 0,2 0 0,0 0 0,1-1 0,0-1 0,1 0 0,28 21 0,-32-28 0,0-1 0,0 0 0,1-1 0,-1 0 0,1 0 0,0-1 0,1-1 0,-1 0 0,0 0 0,16 0 0,10-1 0,63-8 0,-46 3 0,-11 0 0,0-2 0,64-17 0,-101 21 9,0 1 0,0 0 0,1 0-1,-1 0 1,1 0 0,-1 1 0,7 0 0,-9 1-94,-1-1 1,1 1-1,0 0 1,-1 0-1,1 0 1,-1 0-1,0 0 1,1 1 0,-1-1-1,0 1 1,0-1-1,0 1 1,0 0-1,0 0 1,0 0-1,1 2 1,23 40-6742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56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852 1926 24575,'0'1'0,"0"0"0,1 0 0,-1 0 0,0 0 0,1 0 0,-1 0 0,1 0 0,0 0 0,-1 0 0,1 0 0,0 0 0,-1-1 0,1 1 0,0 0 0,0-1 0,0 1 0,0 0 0,0-1 0,-1 1 0,1-1 0,0 1 0,0-1 0,0 0 0,1 1 0,-1-1 0,0 0 0,1 0 0,40 7 0,-33-6 0,387 15 0,-277-15 0,191 0-410,-174 0-278,1777-3-674,-1556-5 1362,-66-3-92,-253 9 39,304-25-353,-339 26 406,16-3 0,1 0 0,-1-1 0,30-11 0,-45 13 0,0 0 0,0 1 0,0-2 0,0 1 0,0 0 0,-1-1 0,1 1 0,-1-1 0,0 0 0,1 0 0,-1-1 0,-1 1 0,1-1 0,0 1 0,-1-1 0,0 0 0,0 0 0,0 0 0,0 0 0,-1 0 0,2-5 0,-2-9 320,0 1 0,0-1 1,-2 1-1,0-1 0,-1 0 1,-1 1-1,-6-22 0,2 11-393,-21-90 247,-6 1 0,-53-123 0,70 198-174,-2 2 0,-2 0 0,-1 2 0,-2 0 0,-2 2 0,-1 0 0,-2 2 0,-51-47 0,36 40 0,-1 3 0,-3 1 0,0 3 0,-86-45 0,-221-69 0,-11 28 0,92 44 0,-523-75 0,43 98-736,-3 55 782,470 1-79,-157 0 636,438-4-598,0 1-1,0 1 1,-1-1 0,1 1 0,0 0 0,0 1-1,0-1 1,0 1 0,0 0 0,0 1 0,1-1 0,-1 1-1,1 0 1,-1 1 0,1-1 0,0 1 0,1 0 0,-1 1-1,1-1 1,-1 1 0,1-1 0,1 1 0,-1 1-1,-4 8 1,-4 8-5,1 0 0,1 1 0,1 0 0,1 1 0,1 0 0,1 0 0,2 0 0,-3 35 0,3 4 0,2 0 0,8 70 0,0-78 0,2 1 0,2-1 0,3-1 0,2 0 0,2-1 0,3 0 0,2-2 0,30 51 0,-27-61 0,1-1 0,2-1 0,1-1 0,2-2 0,2-1 0,1-2 0,2-1 0,1-2 0,75 47 0,-54-46-74,2-2-1,1-3 1,0-2-1,2-4 1,1-2-1,69 10 1,44-2-346,181 3 0,950-31-1548,-1271 0 1918,246-21 177,-244 17-304,0-2-1,-1-1 0,0-2 1,67-29-1,-44 8-3873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57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1 24575,'0'7'0,"0"11"0,-8 32 0,-10 38 0,-9 34 0,-1 20 0,-2 7 0,-5 10 0,5-8 0,7-21 0,7-18 0,7-21 0,5-25-8191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57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24575,'-8'0'0,"-9"0"0,-18 8 0,-10 2 0,3 7 0,7 8 0,11 8 0,25 5 0,19 4 0,14 3 0,8-7 0,6-2 0,1-7 0,1-8 0,6-9 0,-6-5-8191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9:55:59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233 555 24575,'-7'-5'0,"0"0"0,-1 1 0,1 0 0,-1 0 0,0 1 0,0 0 0,0 0 0,0 1 0,-1 0 0,1 0 0,0 1 0,-1 0 0,0 1 0,1 0 0,-1 0 0,1 1 0,-1 0 0,-8 2 0,13-1 0,0 0 0,-1 0 0,1 1 0,0 0 0,1 0 0,-1 0 0,0 0 0,1 0 0,0 1 0,0 0 0,0-1 0,0 1 0,1 0 0,-1 0 0,1 1 0,0-1 0,0 1 0,0-1 0,1 1 0,0-1 0,-2 9 0,2-7 0,0 0 0,0 0 0,0 0 0,1 1 0,0-1 0,0 0 0,0 0 0,1 0 0,0 0 0,0 1 0,0-1 0,1 0 0,0-1 0,0 1 0,1 0 0,3 5 0,-5-8 0,1-1 0,0 0 0,0-1 0,-1 1 0,1 0 0,0 0 0,1-1 0,-1 1 0,0-1 0,0 0 0,1 0 0,-1 0 0,1 0 0,-1 0 0,1 0 0,-1-1 0,1 1 0,-1-1 0,1 1 0,0-1 0,-1 0 0,1 0 0,-1-1 0,1 1 0,0 0 0,-1-1 0,1 1 0,-1-1 0,1 0 0,-1 0 0,5-2 0,5-4 0,0 0 0,0 0 0,-1-1 0,18-15 0,-27 20 0,25-21 0,-2 0 0,0-2 0,-2-1 0,-1-1 0,-1-1 0,-2-1 0,0-1 0,-3 0 0,0-1 0,-2-1 0,-2 0 0,0-1 0,-3 0 0,-1-1 0,-1 0 0,-2 0 0,1-63 0,-7 57 0,0 25 0,1 14 0,-1 6 0,-5 586 0,8-359 0,-2-213-86,4 106 302,-3-108-465,2 0 0,0 0 0,1-1-1,0 1 1,10 22 0,16 16-6577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7E26F072-7535-4C92-9B37-C5295EA0FA76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D86A44EE-0F22-463B-B138-EA92AE709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5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807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26784-2A54-368D-2C11-435ECECF1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78A75C-C806-A63B-EF47-BA02BB3E3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4A4F7D-500A-B180-E558-779195A9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3F493D-D22F-C641-F0E2-E7ACFD4A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F40EC0-3B19-967C-B60B-F545D2D8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5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5F75D-473E-8BA0-46FE-431E532C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1339C-D143-D496-EEF7-F0166D1A3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2DDBE-8110-F2B8-9B18-4D04BBB8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FEF152-AC78-CD2B-4335-D2313CB6F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169698-D5DA-BD5E-B53E-FB0D839A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6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64A0E-5DEB-9254-839B-B874EECD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4680C4-0328-0150-2F68-02D6F4C36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7473E-FE64-0A50-D016-69508983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59B9F4-F88A-2863-9917-6064C23E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A87CA1-3325-2E55-EF33-06C33423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78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0A66C-DAAF-B8CC-BBCE-0B9C3485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89EB9-D97E-DD95-EBF4-BD3EA9933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FBFAB1-CA64-7392-0419-59A5C8832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1050E7-8B88-FE85-06EC-BCE6E292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C70D10-5D57-39D9-655A-F3A76EFC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C6CF3F-429F-A47D-595D-FAABA848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20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46CCA-7F33-FAD8-7A0E-C8740475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2CA373-D2D7-65E7-7A2F-8E53EFFFD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ECB8D3-7AE0-51F6-02B5-BBE37F9F3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4BB3ED-5B70-F09A-2CE8-E45F88C96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84EDC3-3D7E-A4A7-16F2-860A52D22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A955FE-3344-8AAE-BA4E-68D38482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77DE6A-B86F-6E2A-D6AE-749E66EE3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77997C-7B87-A5A5-7BB3-0826AF14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79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7B1F1-9097-1EEA-B2BC-E6BA0C39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7296A8-9D53-F79D-369A-599EF0EE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B54E95-C10B-DDA0-007C-80E4D1BB2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98D357-0127-6AED-3CEE-56EB439D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528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D63DD1-58A8-00DC-6D80-1EE15D01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67D4FA-72CF-359F-A748-9F0AB681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24BC9-4E90-554B-4097-AB511925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7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CCA7E-159C-3DCB-B54D-DC245666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8291C-0185-A1A7-277A-245955986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B1A8EE-48C6-AC37-D6A6-CC909C3DA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67F7B8-7F0B-1669-FCEE-9256FEF1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527FFB-6508-F0DC-CCC7-BC3A2966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05BA3E-85D5-F98E-7AB1-C32FCE75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5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2D322-1737-B3C4-A993-C4523F0C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998408-CBE6-AE75-8547-E343C4703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DAB851-3AF1-4F33-593E-EF618A153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BDABA2-67B0-9F03-0BAB-02610CC6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28F750-0373-FDE5-EF7E-512B9E24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9DFDB6-6F27-A46F-9E72-DF3D8E53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95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C298C-1182-5F5B-DA85-00531745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266F93-BDCE-62D3-8ED0-B91051CBA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E6BCF-EC3E-AB76-3B62-947C8459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1F295-0A32-6962-B15C-4F536339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B9B084-23CA-E65D-9BE4-AB2B495D9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32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C892F2-F54A-C1C7-DF1D-48D16AF29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283686-C588-F232-47FD-7962FFD82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09E1CE-E289-CC74-0910-975750A7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7DBC56-092E-F4A2-2ED7-63CE6CA3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3F565-6909-1883-754F-8A52EE07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011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25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D2E640-78F1-A219-D9CE-FAC28ADB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75DC9C-246F-3632-08FE-21C577C72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69624-57F9-EF4C-27A8-87E900EA8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461E4-8F4D-4194-9794-41D9A8DD23B7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AEE35-6662-9380-5F7E-EFDE7140A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9721B-2B82-3245-4C8D-38AD0D5FF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08F11-1E40-4A4C-9DB4-7926D0E63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84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10" Type="http://schemas.openxmlformats.org/officeDocument/2006/relationships/image" Target="../media/image10.png"/><Relationship Id="rId4" Type="http://schemas.openxmlformats.org/officeDocument/2006/relationships/hyperlink" Target="https://www.roundvision.cc/machinevision/zhuzhao/" TargetMode="Externa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hyperlink" Target="https://www.roundvision.cc/machinevision/zhuzha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www.roundvision.cc/machinevision/zhuzhao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roundvision.cc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3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4.xml"/><Relationship Id="rId3" Type="http://schemas.openxmlformats.org/officeDocument/2006/relationships/image" Target="../media/image7.png"/><Relationship Id="rId7" Type="http://schemas.openxmlformats.org/officeDocument/2006/relationships/customXml" Target="../ink/ink1.xml"/><Relationship Id="rId12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customXml" Target="../ink/ink3.xml"/><Relationship Id="rId5" Type="http://schemas.openxmlformats.org/officeDocument/2006/relationships/image" Target="../media/image9.png"/><Relationship Id="rId10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customXml" Target="../ink/ink2.xml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2.xml"/><Relationship Id="rId21" Type="http://schemas.openxmlformats.org/officeDocument/2006/relationships/image" Target="../media/image30.png"/><Relationship Id="rId42" Type="http://schemas.openxmlformats.org/officeDocument/2006/relationships/customXml" Target="../ink/ink24.xml"/><Relationship Id="rId63" Type="http://schemas.openxmlformats.org/officeDocument/2006/relationships/image" Target="../media/image51.png"/><Relationship Id="rId84" Type="http://schemas.openxmlformats.org/officeDocument/2006/relationships/image" Target="../media/image61.png"/><Relationship Id="rId138" Type="http://schemas.openxmlformats.org/officeDocument/2006/relationships/customXml" Target="../ink/ink73.xml"/><Relationship Id="rId107" Type="http://schemas.openxmlformats.org/officeDocument/2006/relationships/customXml" Target="../ink/ink57.xml"/><Relationship Id="rId11" Type="http://schemas.openxmlformats.org/officeDocument/2006/relationships/image" Target="../media/image25.png"/><Relationship Id="rId32" Type="http://schemas.openxmlformats.org/officeDocument/2006/relationships/customXml" Target="../ink/ink19.xml"/><Relationship Id="rId53" Type="http://schemas.openxmlformats.org/officeDocument/2006/relationships/image" Target="../media/image46.png"/><Relationship Id="rId74" Type="http://schemas.openxmlformats.org/officeDocument/2006/relationships/customXml" Target="../ink/ink40.xml"/><Relationship Id="rId128" Type="http://schemas.openxmlformats.org/officeDocument/2006/relationships/customXml" Target="../ink/ink68.xml"/><Relationship Id="rId149" Type="http://schemas.openxmlformats.org/officeDocument/2006/relationships/image" Target="../media/image93.png"/><Relationship Id="rId5" Type="http://schemas.openxmlformats.org/officeDocument/2006/relationships/image" Target="../media/image22.png"/><Relationship Id="rId95" Type="http://schemas.openxmlformats.org/officeDocument/2006/relationships/customXml" Target="../ink/ink51.xml"/><Relationship Id="rId22" Type="http://schemas.openxmlformats.org/officeDocument/2006/relationships/customXml" Target="../ink/ink14.xml"/><Relationship Id="rId27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customXml" Target="../ink/ink27.xml"/><Relationship Id="rId64" Type="http://schemas.openxmlformats.org/officeDocument/2006/relationships/customXml" Target="../ink/ink35.xml"/><Relationship Id="rId69" Type="http://schemas.openxmlformats.org/officeDocument/2006/relationships/image" Target="../media/image54.png"/><Relationship Id="rId113" Type="http://schemas.openxmlformats.org/officeDocument/2006/relationships/customXml" Target="../ink/ink60.xml"/><Relationship Id="rId118" Type="http://schemas.openxmlformats.org/officeDocument/2006/relationships/customXml" Target="../ink/ink63.xml"/><Relationship Id="rId134" Type="http://schemas.openxmlformats.org/officeDocument/2006/relationships/customXml" Target="../ink/ink71.xml"/><Relationship Id="rId139" Type="http://schemas.openxmlformats.org/officeDocument/2006/relationships/image" Target="../media/image88.png"/><Relationship Id="rId80" Type="http://schemas.openxmlformats.org/officeDocument/2006/relationships/customXml" Target="../ink/ink43.xml"/><Relationship Id="rId85" Type="http://schemas.openxmlformats.org/officeDocument/2006/relationships/customXml" Target="../ink/ink46.xml"/><Relationship Id="rId150" Type="http://schemas.openxmlformats.org/officeDocument/2006/relationships/customXml" Target="../ink/ink79.xml"/><Relationship Id="rId155" Type="http://schemas.openxmlformats.org/officeDocument/2006/relationships/image" Target="../media/image96.png"/><Relationship Id="rId12" Type="http://schemas.openxmlformats.org/officeDocument/2006/relationships/customXml" Target="../ink/ink9.xml"/><Relationship Id="rId17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customXml" Target="../ink/ink22.xml"/><Relationship Id="rId59" Type="http://schemas.openxmlformats.org/officeDocument/2006/relationships/image" Target="../media/image49.png"/><Relationship Id="rId103" Type="http://schemas.openxmlformats.org/officeDocument/2006/relationships/customXml" Target="../ink/ink55.xml"/><Relationship Id="rId108" Type="http://schemas.openxmlformats.org/officeDocument/2006/relationships/image" Target="../media/image73.png"/><Relationship Id="rId124" Type="http://schemas.openxmlformats.org/officeDocument/2006/relationships/customXml" Target="../ink/ink66.xml"/><Relationship Id="rId129" Type="http://schemas.openxmlformats.org/officeDocument/2006/relationships/image" Target="../media/image83.png"/><Relationship Id="rId54" Type="http://schemas.openxmlformats.org/officeDocument/2006/relationships/customXml" Target="../ink/ink30.xml"/><Relationship Id="rId70" Type="http://schemas.openxmlformats.org/officeDocument/2006/relationships/customXml" Target="../ink/ink38.xml"/><Relationship Id="rId75" Type="http://schemas.openxmlformats.org/officeDocument/2006/relationships/image" Target="../media/image57.png"/><Relationship Id="rId91" Type="http://schemas.openxmlformats.org/officeDocument/2006/relationships/customXml" Target="../ink/ink49.xml"/><Relationship Id="rId96" Type="http://schemas.openxmlformats.org/officeDocument/2006/relationships/image" Target="../media/image67.png"/><Relationship Id="rId140" Type="http://schemas.openxmlformats.org/officeDocument/2006/relationships/customXml" Target="../ink/ink74.xml"/><Relationship Id="rId145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23" Type="http://schemas.openxmlformats.org/officeDocument/2006/relationships/image" Target="../media/image31.png"/><Relationship Id="rId28" Type="http://schemas.openxmlformats.org/officeDocument/2006/relationships/customXml" Target="../ink/ink17.xml"/><Relationship Id="rId49" Type="http://schemas.openxmlformats.org/officeDocument/2006/relationships/image" Target="../media/image44.png"/><Relationship Id="rId114" Type="http://schemas.openxmlformats.org/officeDocument/2006/relationships/image" Target="../media/image76.png"/><Relationship Id="rId119" Type="http://schemas.openxmlformats.org/officeDocument/2006/relationships/image" Target="../media/image78.png"/><Relationship Id="rId44" Type="http://schemas.openxmlformats.org/officeDocument/2006/relationships/customXml" Target="../ink/ink25.xml"/><Relationship Id="rId60" Type="http://schemas.openxmlformats.org/officeDocument/2006/relationships/customXml" Target="../ink/ink33.xml"/><Relationship Id="rId65" Type="http://schemas.openxmlformats.org/officeDocument/2006/relationships/image" Target="../media/image52.png"/><Relationship Id="rId81" Type="http://schemas.openxmlformats.org/officeDocument/2006/relationships/image" Target="../media/image60.png"/><Relationship Id="rId86" Type="http://schemas.openxmlformats.org/officeDocument/2006/relationships/image" Target="../media/image62.png"/><Relationship Id="rId130" Type="http://schemas.openxmlformats.org/officeDocument/2006/relationships/customXml" Target="../ink/ink69.xml"/><Relationship Id="rId135" Type="http://schemas.openxmlformats.org/officeDocument/2006/relationships/image" Target="../media/image86.png"/><Relationship Id="rId151" Type="http://schemas.openxmlformats.org/officeDocument/2006/relationships/image" Target="../media/image94.png"/><Relationship Id="rId13" Type="http://schemas.openxmlformats.org/officeDocument/2006/relationships/image" Target="../media/image26.png"/><Relationship Id="rId18" Type="http://schemas.openxmlformats.org/officeDocument/2006/relationships/customXml" Target="../ink/ink12.xml"/><Relationship Id="rId39" Type="http://schemas.openxmlformats.org/officeDocument/2006/relationships/image" Target="../media/image39.png"/><Relationship Id="rId109" Type="http://schemas.openxmlformats.org/officeDocument/2006/relationships/customXml" Target="../ink/ink58.xml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47.png"/><Relationship Id="rId76" Type="http://schemas.openxmlformats.org/officeDocument/2006/relationships/customXml" Target="../ink/ink41.xml"/><Relationship Id="rId97" Type="http://schemas.openxmlformats.org/officeDocument/2006/relationships/customXml" Target="../ink/ink52.xml"/><Relationship Id="rId104" Type="http://schemas.openxmlformats.org/officeDocument/2006/relationships/image" Target="../media/image71.png"/><Relationship Id="rId120" Type="http://schemas.openxmlformats.org/officeDocument/2006/relationships/customXml" Target="../ink/ink64.xml"/><Relationship Id="rId125" Type="http://schemas.openxmlformats.org/officeDocument/2006/relationships/image" Target="../media/image81.png"/><Relationship Id="rId141" Type="http://schemas.openxmlformats.org/officeDocument/2006/relationships/image" Target="../media/image89.png"/><Relationship Id="rId146" Type="http://schemas.openxmlformats.org/officeDocument/2006/relationships/customXml" Target="../ink/ink77.xml"/><Relationship Id="rId7" Type="http://schemas.openxmlformats.org/officeDocument/2006/relationships/image" Target="../media/image23.png"/><Relationship Id="rId71" Type="http://schemas.openxmlformats.org/officeDocument/2006/relationships/image" Target="../media/image55.png"/><Relationship Id="rId92" Type="http://schemas.openxmlformats.org/officeDocument/2006/relationships/image" Target="../media/image65.png"/><Relationship Id="rId2" Type="http://schemas.openxmlformats.org/officeDocument/2006/relationships/image" Target="../media/image16.jpg"/><Relationship Id="rId29" Type="http://schemas.openxmlformats.org/officeDocument/2006/relationships/image" Target="../media/image34.png"/><Relationship Id="rId24" Type="http://schemas.openxmlformats.org/officeDocument/2006/relationships/customXml" Target="../ink/ink15.xml"/><Relationship Id="rId40" Type="http://schemas.openxmlformats.org/officeDocument/2006/relationships/customXml" Target="../ink/ink23.xml"/><Relationship Id="rId45" Type="http://schemas.openxmlformats.org/officeDocument/2006/relationships/image" Target="../media/image42.png"/><Relationship Id="rId66" Type="http://schemas.openxmlformats.org/officeDocument/2006/relationships/customXml" Target="../ink/ink36.xml"/><Relationship Id="rId87" Type="http://schemas.openxmlformats.org/officeDocument/2006/relationships/customXml" Target="../ink/ink47.xml"/><Relationship Id="rId110" Type="http://schemas.openxmlformats.org/officeDocument/2006/relationships/image" Target="../media/image74.png"/><Relationship Id="rId115" Type="http://schemas.openxmlformats.org/officeDocument/2006/relationships/customXml" Target="../ink/ink61.xml"/><Relationship Id="rId131" Type="http://schemas.openxmlformats.org/officeDocument/2006/relationships/image" Target="../media/image84.png"/><Relationship Id="rId136" Type="http://schemas.openxmlformats.org/officeDocument/2006/relationships/customXml" Target="../ink/ink72.xml"/><Relationship Id="rId61" Type="http://schemas.openxmlformats.org/officeDocument/2006/relationships/image" Target="../media/image50.png"/><Relationship Id="rId82" Type="http://schemas.openxmlformats.org/officeDocument/2006/relationships/customXml" Target="../ink/ink44.xml"/><Relationship Id="rId152" Type="http://schemas.openxmlformats.org/officeDocument/2006/relationships/customXml" Target="../ink/ink80.xml"/><Relationship Id="rId19" Type="http://schemas.openxmlformats.org/officeDocument/2006/relationships/image" Target="../media/image29.png"/><Relationship Id="rId14" Type="http://schemas.openxmlformats.org/officeDocument/2006/relationships/customXml" Target="../ink/ink10.xml"/><Relationship Id="rId30" Type="http://schemas.openxmlformats.org/officeDocument/2006/relationships/customXml" Target="../ink/ink18.xml"/><Relationship Id="rId35" Type="http://schemas.openxmlformats.org/officeDocument/2006/relationships/image" Target="../media/image37.png"/><Relationship Id="rId56" Type="http://schemas.openxmlformats.org/officeDocument/2006/relationships/customXml" Target="../ink/ink31.xml"/><Relationship Id="rId77" Type="http://schemas.openxmlformats.org/officeDocument/2006/relationships/image" Target="../media/image58.png"/><Relationship Id="rId100" Type="http://schemas.openxmlformats.org/officeDocument/2006/relationships/image" Target="../media/image69.png"/><Relationship Id="rId105" Type="http://schemas.openxmlformats.org/officeDocument/2006/relationships/customXml" Target="../ink/ink56.xml"/><Relationship Id="rId126" Type="http://schemas.openxmlformats.org/officeDocument/2006/relationships/customXml" Target="../ink/ink67.xml"/><Relationship Id="rId147" Type="http://schemas.openxmlformats.org/officeDocument/2006/relationships/image" Target="../media/image92.png"/><Relationship Id="rId8" Type="http://schemas.openxmlformats.org/officeDocument/2006/relationships/customXml" Target="../ink/ink7.xml"/><Relationship Id="rId51" Type="http://schemas.openxmlformats.org/officeDocument/2006/relationships/image" Target="../media/image45.png"/><Relationship Id="rId72" Type="http://schemas.openxmlformats.org/officeDocument/2006/relationships/customXml" Target="../ink/ink39.xml"/><Relationship Id="rId93" Type="http://schemas.openxmlformats.org/officeDocument/2006/relationships/customXml" Target="../ink/ink50.xml"/><Relationship Id="rId98" Type="http://schemas.openxmlformats.org/officeDocument/2006/relationships/image" Target="../media/image68.png"/><Relationship Id="rId121" Type="http://schemas.openxmlformats.org/officeDocument/2006/relationships/image" Target="../media/image79.png"/><Relationship Id="rId142" Type="http://schemas.openxmlformats.org/officeDocument/2006/relationships/customXml" Target="../ink/ink75.xml"/><Relationship Id="rId3" Type="http://schemas.openxmlformats.org/officeDocument/2006/relationships/image" Target="../media/image20.png"/><Relationship Id="rId25" Type="http://schemas.openxmlformats.org/officeDocument/2006/relationships/image" Target="../media/image32.png"/><Relationship Id="rId46" Type="http://schemas.openxmlformats.org/officeDocument/2006/relationships/customXml" Target="../ink/ink26.xml"/><Relationship Id="rId67" Type="http://schemas.openxmlformats.org/officeDocument/2006/relationships/image" Target="../media/image53.png"/><Relationship Id="rId116" Type="http://schemas.openxmlformats.org/officeDocument/2006/relationships/image" Target="../media/image77.png"/><Relationship Id="rId137" Type="http://schemas.openxmlformats.org/officeDocument/2006/relationships/image" Target="../media/image87.png"/><Relationship Id="rId20" Type="http://schemas.openxmlformats.org/officeDocument/2006/relationships/customXml" Target="../ink/ink13.xml"/><Relationship Id="rId41" Type="http://schemas.openxmlformats.org/officeDocument/2006/relationships/image" Target="../media/image40.png"/><Relationship Id="rId62" Type="http://schemas.openxmlformats.org/officeDocument/2006/relationships/customXml" Target="../ink/ink34.xml"/><Relationship Id="rId83" Type="http://schemas.openxmlformats.org/officeDocument/2006/relationships/customXml" Target="../ink/ink45.xml"/><Relationship Id="rId88" Type="http://schemas.openxmlformats.org/officeDocument/2006/relationships/image" Target="../media/image63.png"/><Relationship Id="rId111" Type="http://schemas.openxmlformats.org/officeDocument/2006/relationships/customXml" Target="../ink/ink59.xml"/><Relationship Id="rId132" Type="http://schemas.openxmlformats.org/officeDocument/2006/relationships/customXml" Target="../ink/ink70.xml"/><Relationship Id="rId153" Type="http://schemas.openxmlformats.org/officeDocument/2006/relationships/image" Target="../media/image95.png"/><Relationship Id="rId15" Type="http://schemas.openxmlformats.org/officeDocument/2006/relationships/image" Target="../media/image27.png"/><Relationship Id="rId36" Type="http://schemas.openxmlformats.org/officeDocument/2006/relationships/customXml" Target="../ink/ink21.xml"/><Relationship Id="rId57" Type="http://schemas.openxmlformats.org/officeDocument/2006/relationships/image" Target="../media/image48.png"/><Relationship Id="rId106" Type="http://schemas.openxmlformats.org/officeDocument/2006/relationships/image" Target="../media/image72.png"/><Relationship Id="rId127" Type="http://schemas.openxmlformats.org/officeDocument/2006/relationships/image" Target="../media/image82.png"/><Relationship Id="rId10" Type="http://schemas.openxmlformats.org/officeDocument/2006/relationships/customXml" Target="../ink/ink8.xml"/><Relationship Id="rId31" Type="http://schemas.openxmlformats.org/officeDocument/2006/relationships/image" Target="../media/image35.png"/><Relationship Id="rId52" Type="http://schemas.openxmlformats.org/officeDocument/2006/relationships/customXml" Target="../ink/ink29.xml"/><Relationship Id="rId73" Type="http://schemas.openxmlformats.org/officeDocument/2006/relationships/image" Target="../media/image56.png"/><Relationship Id="rId78" Type="http://schemas.openxmlformats.org/officeDocument/2006/relationships/customXml" Target="../ink/ink42.xml"/><Relationship Id="rId94" Type="http://schemas.openxmlformats.org/officeDocument/2006/relationships/image" Target="../media/image66.png"/><Relationship Id="rId99" Type="http://schemas.openxmlformats.org/officeDocument/2006/relationships/customXml" Target="../ink/ink53.xml"/><Relationship Id="rId101" Type="http://schemas.openxmlformats.org/officeDocument/2006/relationships/customXml" Target="../ink/ink54.xml"/><Relationship Id="rId122" Type="http://schemas.openxmlformats.org/officeDocument/2006/relationships/customXml" Target="../ink/ink65.xml"/><Relationship Id="rId143" Type="http://schemas.openxmlformats.org/officeDocument/2006/relationships/image" Target="../media/image90.png"/><Relationship Id="rId148" Type="http://schemas.openxmlformats.org/officeDocument/2006/relationships/customXml" Target="../ink/ink78.xml"/><Relationship Id="rId4" Type="http://schemas.openxmlformats.org/officeDocument/2006/relationships/customXml" Target="../ink/ink5.xml"/><Relationship Id="rId9" Type="http://schemas.openxmlformats.org/officeDocument/2006/relationships/image" Target="../media/image24.png"/><Relationship Id="rId26" Type="http://schemas.openxmlformats.org/officeDocument/2006/relationships/customXml" Target="../ink/ink16.xml"/><Relationship Id="rId47" Type="http://schemas.openxmlformats.org/officeDocument/2006/relationships/image" Target="../media/image43.png"/><Relationship Id="rId68" Type="http://schemas.openxmlformats.org/officeDocument/2006/relationships/customXml" Target="../ink/ink37.xml"/><Relationship Id="rId89" Type="http://schemas.openxmlformats.org/officeDocument/2006/relationships/customXml" Target="../ink/ink48.xml"/><Relationship Id="rId112" Type="http://schemas.openxmlformats.org/officeDocument/2006/relationships/image" Target="../media/image75.png"/><Relationship Id="rId133" Type="http://schemas.openxmlformats.org/officeDocument/2006/relationships/image" Target="../media/image85.png"/><Relationship Id="rId154" Type="http://schemas.openxmlformats.org/officeDocument/2006/relationships/customXml" Target="../ink/ink81.xml"/><Relationship Id="rId16" Type="http://schemas.openxmlformats.org/officeDocument/2006/relationships/customXml" Target="../ink/ink11.xml"/><Relationship Id="rId37" Type="http://schemas.openxmlformats.org/officeDocument/2006/relationships/image" Target="../media/image38.png"/><Relationship Id="rId58" Type="http://schemas.openxmlformats.org/officeDocument/2006/relationships/customXml" Target="../ink/ink32.xml"/><Relationship Id="rId79" Type="http://schemas.openxmlformats.org/officeDocument/2006/relationships/image" Target="../media/image59.png"/><Relationship Id="rId102" Type="http://schemas.openxmlformats.org/officeDocument/2006/relationships/image" Target="../media/image70.png"/><Relationship Id="rId123" Type="http://schemas.openxmlformats.org/officeDocument/2006/relationships/image" Target="../media/image80.png"/><Relationship Id="rId144" Type="http://schemas.openxmlformats.org/officeDocument/2006/relationships/customXml" Target="../ink/ink76.xml"/><Relationship Id="rId90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7B669D5-F78A-2990-E40C-E1F2CE179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5836019" cy="1367817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1200C103-E212-4C79-9ADB-9CF7394DABAA}"/>
              </a:ext>
            </a:extLst>
          </p:cNvPr>
          <p:cNvGrpSpPr/>
          <p:nvPr/>
        </p:nvGrpSpPr>
        <p:grpSpPr>
          <a:xfrm>
            <a:off x="4202516" y="1259031"/>
            <a:ext cx="495306" cy="4779635"/>
            <a:chOff x="7636995" y="1679426"/>
            <a:chExt cx="421216" cy="4092334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A07D4936-ED15-4494-A02F-C2411B992F9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19C4510A-8E52-4E6D-ABC3-8F5193067839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7" name="直角三角形 26">
            <a:extLst>
              <a:ext uri="{FF2B5EF4-FFF2-40B4-BE49-F238E27FC236}">
                <a16:creationId xmlns:a16="http://schemas.microsoft.com/office/drawing/2014/main" id="{99A2EC02-BD58-46AF-A84F-156DCC33EE05}"/>
              </a:ext>
            </a:extLst>
          </p:cNvPr>
          <p:cNvSpPr/>
          <p:nvPr/>
        </p:nvSpPr>
        <p:spPr>
          <a:xfrm flipH="1" flipV="1">
            <a:off x="3785126" y="3648849"/>
            <a:ext cx="913719" cy="432309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17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i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23158547-6A0B-4618-8FF8-0A8B69708EC6}"/>
              </a:ext>
            </a:extLst>
          </p:cNvPr>
          <p:cNvSpPr/>
          <p:nvPr/>
        </p:nvSpPr>
        <p:spPr>
          <a:xfrm>
            <a:off x="3794643" y="2060848"/>
            <a:ext cx="6466957" cy="1592519"/>
          </a:xfrm>
          <a:custGeom>
            <a:avLst/>
            <a:gdLst>
              <a:gd name="connsiteX0" fmla="*/ 0 w 5229817"/>
              <a:gd name="connsiteY0" fmla="*/ 0 h 1429030"/>
              <a:gd name="connsiteX1" fmla="*/ 4515302 w 5229817"/>
              <a:gd name="connsiteY1" fmla="*/ 0 h 1429030"/>
              <a:gd name="connsiteX2" fmla="*/ 5229817 w 5229817"/>
              <a:gd name="connsiteY2" fmla="*/ 714515 h 1429030"/>
              <a:gd name="connsiteX3" fmla="*/ 5229816 w 5229817"/>
              <a:gd name="connsiteY3" fmla="*/ 714515 h 1429030"/>
              <a:gd name="connsiteX4" fmla="*/ 4515301 w 5229817"/>
              <a:gd name="connsiteY4" fmla="*/ 1429030 h 1429030"/>
              <a:gd name="connsiteX5" fmla="*/ 0 w 5229817"/>
              <a:gd name="connsiteY5" fmla="*/ 1429029 h 142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9817" h="1429030">
                <a:moveTo>
                  <a:pt x="0" y="0"/>
                </a:moveTo>
                <a:lnTo>
                  <a:pt x="4515302" y="0"/>
                </a:lnTo>
                <a:cubicBezTo>
                  <a:pt x="4909918" y="0"/>
                  <a:pt x="5229817" y="319899"/>
                  <a:pt x="5229817" y="714515"/>
                </a:cubicBezTo>
                <a:lnTo>
                  <a:pt x="5229816" y="714515"/>
                </a:lnTo>
                <a:cubicBezTo>
                  <a:pt x="5229816" y="1109131"/>
                  <a:pt x="4909917" y="1429030"/>
                  <a:pt x="4515301" y="1429030"/>
                </a:cubicBezTo>
                <a:lnTo>
                  <a:pt x="0" y="1429029"/>
                </a:lnTo>
                <a:close/>
              </a:path>
            </a:pathLst>
          </a:custGeom>
          <a:solidFill>
            <a:srgbClr val="D49A0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17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i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文本框 61">
            <a:extLst>
              <a:ext uri="{FF2B5EF4-FFF2-40B4-BE49-F238E27FC236}">
                <a16:creationId xmlns:a16="http://schemas.microsoft.com/office/drawing/2014/main" id="{8EFA2E3D-1349-4611-858A-C5CD9EC762AE}"/>
              </a:ext>
            </a:extLst>
          </p:cNvPr>
          <p:cNvSpPr txBox="1"/>
          <p:nvPr/>
        </p:nvSpPr>
        <p:spPr>
          <a:xfrm>
            <a:off x="3794643" y="2393184"/>
            <a:ext cx="646695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烛照：机器视觉软开</a:t>
            </a:r>
            <a:endParaRPr lang="en-US" altLang="zh-CN" sz="3200" b="1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文本框 62">
            <a:extLst>
              <a:ext uri="{FF2B5EF4-FFF2-40B4-BE49-F238E27FC236}">
                <a16:creationId xmlns:a16="http://schemas.microsoft.com/office/drawing/2014/main" id="{60BBD27F-574E-483D-98AD-863290A27093}"/>
              </a:ext>
            </a:extLst>
          </p:cNvPr>
          <p:cNvSpPr txBox="1"/>
          <p:nvPr/>
        </p:nvSpPr>
        <p:spPr>
          <a:xfrm>
            <a:off x="1425060" y="602003"/>
            <a:ext cx="2423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  1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7030BF-017F-46B2-8840-52DBC9EEFA41}"/>
              </a:ext>
            </a:extLst>
          </p:cNvPr>
          <p:cNvSpPr/>
          <p:nvPr/>
        </p:nvSpPr>
        <p:spPr>
          <a:xfrm>
            <a:off x="5693325" y="411193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烛照</a:t>
            </a:r>
            <a:r>
              <a:rPr lang="zh-CN" altLang="en-US" sz="2400" b="1" i="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：机器视觉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软开</a:t>
            </a:r>
            <a:r>
              <a:rPr lang="zh-CN" altLang="en-US" sz="2400" b="1" i="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项目介绍</a:t>
            </a:r>
            <a:endParaRPr lang="zh-CN" altLang="en-US" sz="2400" dirty="0"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B36B20-3719-4035-9074-DCAAE86E8DB1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5853732" y="4727491"/>
            <a:ext cx="3420599" cy="0"/>
          </a:xfrm>
          <a:prstGeom prst="line">
            <a:avLst/>
          </a:prstGeom>
          <a:ln w="12700">
            <a:solidFill>
              <a:srgbClr val="F3B917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1">
            <a:extLst>
              <a:ext uri="{FF2B5EF4-FFF2-40B4-BE49-F238E27FC236}">
                <a16:creationId xmlns:a16="http://schemas.microsoft.com/office/drawing/2014/main" id="{1FEBAAD5-B531-4A37-BD6D-63EB34634B02}"/>
              </a:ext>
            </a:extLst>
          </p:cNvPr>
          <p:cNvSpPr txBox="1"/>
          <p:nvPr/>
        </p:nvSpPr>
        <p:spPr>
          <a:xfrm>
            <a:off x="5691588" y="4803196"/>
            <a:ext cx="1025344" cy="292678"/>
          </a:xfrm>
          <a:prstGeom prst="rect">
            <a:avLst/>
          </a:prstGeom>
          <a:noFill/>
        </p:spPr>
        <p:txBody>
          <a:bodyPr wrap="none" lIns="86709" tIns="43355" rIns="86709" bIns="43355" rtlCol="0">
            <a:spAutoFit/>
          </a:bodyPr>
          <a:lstStyle/>
          <a:p>
            <a:pPr marL="162568" lvl="1" indent="-162568">
              <a:buFont typeface="Arial" panose="020B0604020202020204" pitchFamily="34" charset="0"/>
              <a:buChar char="•"/>
            </a:pPr>
            <a:r>
              <a:rPr lang="zh-CN" altLang="en-US" sz="1333" i="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项目介绍</a:t>
            </a:r>
            <a:endParaRPr lang="en-US" altLang="zh-CN" sz="1333" i="0" dirty="0">
              <a:solidFill>
                <a:schemeClr val="bg1">
                  <a:lumMod val="50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062FCE5F-78A9-4780-84E9-85253C734F0F}"/>
              </a:ext>
            </a:extLst>
          </p:cNvPr>
          <p:cNvSpPr txBox="1"/>
          <p:nvPr/>
        </p:nvSpPr>
        <p:spPr>
          <a:xfrm>
            <a:off x="5691588" y="5158323"/>
            <a:ext cx="1025344" cy="292678"/>
          </a:xfrm>
          <a:prstGeom prst="rect">
            <a:avLst/>
          </a:prstGeom>
          <a:noFill/>
        </p:spPr>
        <p:txBody>
          <a:bodyPr wrap="none" lIns="86709" tIns="43355" rIns="86709" bIns="43355" rtlCol="0">
            <a:spAutoFit/>
          </a:bodyPr>
          <a:lstStyle/>
          <a:p>
            <a:pPr marL="162568" lvl="1" indent="-162568">
              <a:buFont typeface="Arial" panose="020B0604020202020204" pitchFamily="34" charset="0"/>
              <a:buChar char="•"/>
            </a:pPr>
            <a:r>
              <a:rPr lang="zh-CN" altLang="en-US" sz="1333" i="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个人介绍</a:t>
            </a:r>
            <a:endParaRPr lang="en-US" altLang="zh-CN" sz="1333" i="0" dirty="0">
              <a:solidFill>
                <a:schemeClr val="bg1">
                  <a:lumMod val="50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FF9588E-5947-A6CC-D832-5B094BEB5E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084" y="0"/>
            <a:ext cx="2312916" cy="6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1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 38">
            <a:extLst>
              <a:ext uri="{FF2B5EF4-FFF2-40B4-BE49-F238E27FC236}">
                <a16:creationId xmlns:a16="http://schemas.microsoft.com/office/drawing/2014/main" id="{0D429011-D648-04BD-AF0B-1AD136C7C4B4}"/>
              </a:ext>
            </a:extLst>
          </p:cNvPr>
          <p:cNvSpPr/>
          <p:nvPr/>
        </p:nvSpPr>
        <p:spPr>
          <a:xfrm flipH="1">
            <a:off x="0" y="258763"/>
            <a:ext cx="3870325" cy="595312"/>
          </a:xfrm>
          <a:custGeom>
            <a:avLst/>
            <a:gdLst>
              <a:gd name="connsiteX0" fmla="*/ 3870960 w 3870960"/>
              <a:gd name="connsiteY0" fmla="*/ 0 h 594360"/>
              <a:gd name="connsiteX1" fmla="*/ 377193 w 3870960"/>
              <a:gd name="connsiteY1" fmla="*/ 0 h 594360"/>
              <a:gd name="connsiteX2" fmla="*/ 0 w 3870960"/>
              <a:gd name="connsiteY2" fmla="*/ 594360 h 594360"/>
              <a:gd name="connsiteX3" fmla="*/ 3870960 w 3870960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960" h="594360">
                <a:moveTo>
                  <a:pt x="3870960" y="0"/>
                </a:moveTo>
                <a:lnTo>
                  <a:pt x="377193" y="0"/>
                </a:lnTo>
                <a:lnTo>
                  <a:pt x="0" y="594360"/>
                </a:lnTo>
                <a:lnTo>
                  <a:pt x="387096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0" name="任意多边形 39">
            <a:extLst>
              <a:ext uri="{FF2B5EF4-FFF2-40B4-BE49-F238E27FC236}">
                <a16:creationId xmlns:a16="http://schemas.microsoft.com/office/drawing/2014/main" id="{568514E6-BDAA-BB9E-4807-D0BAF4442B8C}"/>
              </a:ext>
            </a:extLst>
          </p:cNvPr>
          <p:cNvSpPr/>
          <p:nvPr/>
        </p:nvSpPr>
        <p:spPr>
          <a:xfrm flipH="1">
            <a:off x="3627438" y="258763"/>
            <a:ext cx="620712" cy="595312"/>
          </a:xfrm>
          <a:custGeom>
            <a:avLst/>
            <a:gdLst>
              <a:gd name="connsiteX0" fmla="*/ 621033 w 621033"/>
              <a:gd name="connsiteY0" fmla="*/ 0 h 594360"/>
              <a:gd name="connsiteX1" fmla="*/ 377193 w 621033"/>
              <a:gd name="connsiteY1" fmla="*/ 0 h 594360"/>
              <a:gd name="connsiteX2" fmla="*/ 0 w 621033"/>
              <a:gd name="connsiteY2" fmla="*/ 594360 h 594360"/>
              <a:gd name="connsiteX3" fmla="*/ 243840 w 621033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033" h="594360">
                <a:moveTo>
                  <a:pt x="621033" y="0"/>
                </a:moveTo>
                <a:lnTo>
                  <a:pt x="377193" y="0"/>
                </a:lnTo>
                <a:lnTo>
                  <a:pt x="0" y="594360"/>
                </a:lnTo>
                <a:lnTo>
                  <a:pt x="24384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2B6AB5-DC6D-E114-162C-5993B334C0A9}"/>
              </a:ext>
            </a:extLst>
          </p:cNvPr>
          <p:cNvSpPr txBox="1"/>
          <p:nvPr/>
        </p:nvSpPr>
        <p:spPr>
          <a:xfrm>
            <a:off x="404149" y="1712982"/>
            <a:ext cx="598937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适用场景：光度立体法可以看作是</a:t>
            </a:r>
            <a:r>
              <a:rPr lang="en-US" altLang="zh-CN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2.5</a:t>
            </a: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维，适用于检测金属物料上面的凹凸特征。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原理：拍若干张不同角度打光的图像，根据数学原理，重建法向量，将灰度图变成</a:t>
            </a:r>
            <a:r>
              <a:rPr lang="zh-CN" altLang="en-US" dirty="0">
                <a:solidFill>
                  <a:srgbClr val="4D4D4D"/>
                </a:solidFill>
                <a:highlight>
                  <a:srgbClr val="FFFFFF"/>
                </a:highlight>
                <a:latin typeface="-apple-system"/>
              </a:rPr>
              <a:t>反照率</a:t>
            </a:r>
            <a:r>
              <a:rPr lang="zh-CN" altLang="en-US" b="0" i="0" dirty="0">
                <a:solidFill>
                  <a:srgbClr val="4D4D4D"/>
                </a:solidFill>
                <a:effectLst/>
                <a:highlight>
                  <a:srgbClr val="FFFFFF"/>
                </a:highlight>
                <a:latin typeface="-apple-system"/>
              </a:rPr>
              <a:t>图。使得缺陷更为明显</a:t>
            </a:r>
            <a:endParaRPr lang="en-US" altLang="zh-CN" b="0" i="0" dirty="0">
              <a:solidFill>
                <a:srgbClr val="4D4D4D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4D4D4D"/>
                </a:solidFill>
                <a:highlight>
                  <a:srgbClr val="FFFFFF"/>
                </a:highlight>
                <a:latin typeface="-apple-system"/>
              </a:rPr>
              <a:t>例如：下边为四张在四个角度打光的图像，成像效果都不好，但将四张计算得到反照率图，就要比四张任何一张都清晰</a:t>
            </a:r>
            <a:endParaRPr lang="en-US" altLang="zh-CN" dirty="0"/>
          </a:p>
        </p:txBody>
      </p:sp>
      <p:sp>
        <p:nvSpPr>
          <p:cNvPr id="6163" name="文本框 41">
            <a:extLst>
              <a:ext uri="{FF2B5EF4-FFF2-40B4-BE49-F238E27FC236}">
                <a16:creationId xmlns:a16="http://schemas.microsoft.com/office/drawing/2014/main" id="{E5EB2701-92E5-8356-DD22-8217914F7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1" y="297656"/>
            <a:ext cx="3170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方正尚酷简体"/>
                <a:ea typeface="方正尚酷简体"/>
                <a:cs typeface="方正尚酷简体"/>
              </a:rPr>
              <a:t>光度立体介绍</a:t>
            </a:r>
          </a:p>
        </p:txBody>
      </p:sp>
      <p:pic>
        <p:nvPicPr>
          <p:cNvPr id="4" name="图形 3" descr="指向右边的反手食指">
            <a:extLst>
              <a:ext uri="{FF2B5EF4-FFF2-40B4-BE49-F238E27FC236}">
                <a16:creationId xmlns:a16="http://schemas.microsoft.com/office/drawing/2014/main" id="{DAA8C2F2-3DC4-2954-F9F0-16AA02D88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1" y="995113"/>
            <a:ext cx="624104" cy="6241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A14345-91DB-F284-FD0E-DCE225E8B69E}"/>
              </a:ext>
            </a:extLst>
          </p:cNvPr>
          <p:cNvSpPr txBox="1"/>
          <p:nvPr/>
        </p:nvSpPr>
        <p:spPr>
          <a:xfrm>
            <a:off x="852705" y="1122499"/>
            <a:ext cx="2635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烛照课程传送门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FFD545-7118-77AA-7A72-0047405A2F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084" y="0"/>
            <a:ext cx="2312916" cy="6615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9D601C-821C-2595-B473-5A7DE03D2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948" y="4429493"/>
            <a:ext cx="2354419" cy="23544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0EC9824-8ACA-F8B6-6D1B-3B20B843C8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180" y="4429493"/>
            <a:ext cx="2354419" cy="23544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F2DCD1-59C8-5BC9-F214-B85C2ACCD7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3" y="4429495"/>
            <a:ext cx="2354419" cy="235441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C22F46F-34D5-14C7-7CDB-09A5A489FA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063" y="4429493"/>
            <a:ext cx="2354419" cy="2354419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F4AC44A9-2CAB-F6AD-229A-F0FBEC150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412" y="830020"/>
            <a:ext cx="3229187" cy="343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305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 38">
            <a:extLst>
              <a:ext uri="{FF2B5EF4-FFF2-40B4-BE49-F238E27FC236}">
                <a16:creationId xmlns:a16="http://schemas.microsoft.com/office/drawing/2014/main" id="{0D429011-D648-04BD-AF0B-1AD136C7C4B4}"/>
              </a:ext>
            </a:extLst>
          </p:cNvPr>
          <p:cNvSpPr/>
          <p:nvPr/>
        </p:nvSpPr>
        <p:spPr>
          <a:xfrm flipH="1">
            <a:off x="0" y="258763"/>
            <a:ext cx="3870325" cy="595312"/>
          </a:xfrm>
          <a:custGeom>
            <a:avLst/>
            <a:gdLst>
              <a:gd name="connsiteX0" fmla="*/ 3870960 w 3870960"/>
              <a:gd name="connsiteY0" fmla="*/ 0 h 594360"/>
              <a:gd name="connsiteX1" fmla="*/ 377193 w 3870960"/>
              <a:gd name="connsiteY1" fmla="*/ 0 h 594360"/>
              <a:gd name="connsiteX2" fmla="*/ 0 w 3870960"/>
              <a:gd name="connsiteY2" fmla="*/ 594360 h 594360"/>
              <a:gd name="connsiteX3" fmla="*/ 3870960 w 3870960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960" h="594360">
                <a:moveTo>
                  <a:pt x="3870960" y="0"/>
                </a:moveTo>
                <a:lnTo>
                  <a:pt x="377193" y="0"/>
                </a:lnTo>
                <a:lnTo>
                  <a:pt x="0" y="594360"/>
                </a:lnTo>
                <a:lnTo>
                  <a:pt x="387096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0" name="任意多边形 39">
            <a:extLst>
              <a:ext uri="{FF2B5EF4-FFF2-40B4-BE49-F238E27FC236}">
                <a16:creationId xmlns:a16="http://schemas.microsoft.com/office/drawing/2014/main" id="{568514E6-BDAA-BB9E-4807-D0BAF4442B8C}"/>
              </a:ext>
            </a:extLst>
          </p:cNvPr>
          <p:cNvSpPr/>
          <p:nvPr/>
        </p:nvSpPr>
        <p:spPr>
          <a:xfrm flipH="1">
            <a:off x="3627438" y="258763"/>
            <a:ext cx="620712" cy="595312"/>
          </a:xfrm>
          <a:custGeom>
            <a:avLst/>
            <a:gdLst>
              <a:gd name="connsiteX0" fmla="*/ 621033 w 621033"/>
              <a:gd name="connsiteY0" fmla="*/ 0 h 594360"/>
              <a:gd name="connsiteX1" fmla="*/ 377193 w 621033"/>
              <a:gd name="connsiteY1" fmla="*/ 0 h 594360"/>
              <a:gd name="connsiteX2" fmla="*/ 0 w 621033"/>
              <a:gd name="connsiteY2" fmla="*/ 594360 h 594360"/>
              <a:gd name="connsiteX3" fmla="*/ 243840 w 621033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033" h="594360">
                <a:moveTo>
                  <a:pt x="621033" y="0"/>
                </a:moveTo>
                <a:lnTo>
                  <a:pt x="377193" y="0"/>
                </a:lnTo>
                <a:lnTo>
                  <a:pt x="0" y="594360"/>
                </a:lnTo>
                <a:lnTo>
                  <a:pt x="24384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2B6AB5-DC6D-E114-162C-5993B334C0A9}"/>
              </a:ext>
            </a:extLst>
          </p:cNvPr>
          <p:cNvSpPr txBox="1"/>
          <p:nvPr/>
        </p:nvSpPr>
        <p:spPr>
          <a:xfrm>
            <a:off x="404149" y="1943273"/>
            <a:ext cx="5989377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烛照项目是一个手把手的，基于光度立体这个算法的，机器视觉软开入门教程。</a:t>
            </a:r>
            <a:endParaRPr lang="en-US" altLang="zh-CN" b="1" dirty="0"/>
          </a:p>
          <a:p>
            <a:r>
              <a:rPr lang="zh-CN" altLang="en-US" b="1" dirty="0"/>
              <a:t>由我个人，也就是</a:t>
            </a:r>
            <a:r>
              <a:rPr lang="en-US" altLang="zh-CN" b="1" dirty="0"/>
              <a:t>【</a:t>
            </a:r>
            <a:r>
              <a:rPr lang="zh-CN" altLang="en-US" b="1" dirty="0"/>
              <a:t>周旋机器视觉</a:t>
            </a:r>
            <a:r>
              <a:rPr lang="en-US" altLang="zh-CN" b="1" dirty="0"/>
              <a:t>】</a:t>
            </a:r>
            <a:r>
              <a:rPr lang="zh-CN" altLang="en-US" b="1" dirty="0"/>
              <a:t>录制。</a:t>
            </a:r>
            <a:endParaRPr lang="en-US" altLang="zh-CN" b="1" dirty="0"/>
          </a:p>
          <a:p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录制原因：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/>
              <a:t>之前分享过很多项目，但都不是手把手教的，很多同学都无法上手，需要一定的基础，所以我们录一个手把手的教学视频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/>
              <a:t>烛照：光度立体缺陷检测软开项目，非常适合制作为一个机器视觉全面入门的课程</a:t>
            </a:r>
            <a:endParaRPr lang="en-US" altLang="zh-CN" dirty="0"/>
          </a:p>
        </p:txBody>
      </p:sp>
      <p:sp>
        <p:nvSpPr>
          <p:cNvPr id="6163" name="文本框 41">
            <a:extLst>
              <a:ext uri="{FF2B5EF4-FFF2-40B4-BE49-F238E27FC236}">
                <a16:creationId xmlns:a16="http://schemas.microsoft.com/office/drawing/2014/main" id="{E5EB2701-92E5-8356-DD22-8217914F7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1" y="297656"/>
            <a:ext cx="3170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方正尚酷简体"/>
                <a:ea typeface="方正尚酷简体"/>
                <a:cs typeface="方正尚酷简体"/>
              </a:rPr>
              <a:t>烛照项目介绍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9F2823-ED43-E255-7E4A-EA401DB24E0A}"/>
              </a:ext>
            </a:extLst>
          </p:cNvPr>
          <p:cNvSpPr txBox="1"/>
          <p:nvPr/>
        </p:nvSpPr>
        <p:spPr>
          <a:xfrm>
            <a:off x="6603413" y="1943273"/>
            <a:ext cx="537646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课程重点事项：</a:t>
            </a:r>
            <a:endParaRPr lang="en-US" altLang="zh-CN" b="1" dirty="0"/>
          </a:p>
          <a:p>
            <a:endParaRPr lang="en-US" altLang="zh-CN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/>
              <a:t>课程以光度立体缺陷检测来展开，但我们课程目的并不是教大家学会光度立体，而是为了让大家学会</a:t>
            </a:r>
            <a:r>
              <a:rPr lang="zh-CN" altLang="en-US" b="1" dirty="0"/>
              <a:t>机器视觉软开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/>
              <a:t>就好比我们通过铁锹教大家种地，我们的目标是学会种地，而不是学会怎么用铁锹。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/>
              <a:t>如果你仅仅是想学习</a:t>
            </a:r>
            <a:r>
              <a:rPr lang="zh-CN" altLang="en-US" b="1" dirty="0"/>
              <a:t>光度立体</a:t>
            </a:r>
            <a:r>
              <a:rPr lang="zh-CN" altLang="en-US" dirty="0"/>
              <a:t>，你可以直接去学论文或者网上的文章，这个算法已经有</a:t>
            </a:r>
            <a:r>
              <a:rPr lang="en-US" altLang="zh-CN" dirty="0"/>
              <a:t>40</a:t>
            </a:r>
            <a:r>
              <a:rPr lang="zh-CN" altLang="en-US" dirty="0"/>
              <a:t>年的历史了，不是什么值得花钱学习的内容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/>
              <a:t>课程是手把手入门教程，不能说是倾囊相授，但绝对是苦口婆心，是不是你需要的，看一下课程目录竟能清楚。</a:t>
            </a:r>
            <a:endParaRPr lang="en-US" altLang="zh-CN" dirty="0"/>
          </a:p>
        </p:txBody>
      </p:sp>
      <p:pic>
        <p:nvPicPr>
          <p:cNvPr id="4" name="图形 3" descr="指向右边的反手食指">
            <a:extLst>
              <a:ext uri="{FF2B5EF4-FFF2-40B4-BE49-F238E27FC236}">
                <a16:creationId xmlns:a16="http://schemas.microsoft.com/office/drawing/2014/main" id="{DAA8C2F2-3DC4-2954-F9F0-16AA02D88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1" y="1251295"/>
            <a:ext cx="624104" cy="6241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A14345-91DB-F284-FD0E-DCE225E8B69E}"/>
              </a:ext>
            </a:extLst>
          </p:cNvPr>
          <p:cNvSpPr txBox="1"/>
          <p:nvPr/>
        </p:nvSpPr>
        <p:spPr>
          <a:xfrm>
            <a:off x="852705" y="1378681"/>
            <a:ext cx="2635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烛照课程传送门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FFD545-7118-77AA-7A72-0047405A2F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084" y="0"/>
            <a:ext cx="2312916" cy="6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8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38">
            <a:extLst>
              <a:ext uri="{FF2B5EF4-FFF2-40B4-BE49-F238E27FC236}">
                <a16:creationId xmlns:a16="http://schemas.microsoft.com/office/drawing/2014/main" id="{1EE12707-E5F6-7855-B3CC-6EE2FED86DBE}"/>
              </a:ext>
            </a:extLst>
          </p:cNvPr>
          <p:cNvSpPr/>
          <p:nvPr/>
        </p:nvSpPr>
        <p:spPr>
          <a:xfrm flipH="1">
            <a:off x="0" y="258763"/>
            <a:ext cx="3870325" cy="595312"/>
          </a:xfrm>
          <a:custGeom>
            <a:avLst/>
            <a:gdLst>
              <a:gd name="connsiteX0" fmla="*/ 3870960 w 3870960"/>
              <a:gd name="connsiteY0" fmla="*/ 0 h 594360"/>
              <a:gd name="connsiteX1" fmla="*/ 377193 w 3870960"/>
              <a:gd name="connsiteY1" fmla="*/ 0 h 594360"/>
              <a:gd name="connsiteX2" fmla="*/ 0 w 3870960"/>
              <a:gd name="connsiteY2" fmla="*/ 594360 h 594360"/>
              <a:gd name="connsiteX3" fmla="*/ 3870960 w 3870960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960" h="594360">
                <a:moveTo>
                  <a:pt x="3870960" y="0"/>
                </a:moveTo>
                <a:lnTo>
                  <a:pt x="377193" y="0"/>
                </a:lnTo>
                <a:lnTo>
                  <a:pt x="0" y="594360"/>
                </a:lnTo>
                <a:lnTo>
                  <a:pt x="387096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任意多边形 39">
            <a:extLst>
              <a:ext uri="{FF2B5EF4-FFF2-40B4-BE49-F238E27FC236}">
                <a16:creationId xmlns:a16="http://schemas.microsoft.com/office/drawing/2014/main" id="{43030B31-65B7-FD88-92E6-CD8B66EE4A6D}"/>
              </a:ext>
            </a:extLst>
          </p:cNvPr>
          <p:cNvSpPr/>
          <p:nvPr/>
        </p:nvSpPr>
        <p:spPr>
          <a:xfrm flipH="1">
            <a:off x="3627438" y="258763"/>
            <a:ext cx="620712" cy="595312"/>
          </a:xfrm>
          <a:custGeom>
            <a:avLst/>
            <a:gdLst>
              <a:gd name="connsiteX0" fmla="*/ 621033 w 621033"/>
              <a:gd name="connsiteY0" fmla="*/ 0 h 594360"/>
              <a:gd name="connsiteX1" fmla="*/ 377193 w 621033"/>
              <a:gd name="connsiteY1" fmla="*/ 0 h 594360"/>
              <a:gd name="connsiteX2" fmla="*/ 0 w 621033"/>
              <a:gd name="connsiteY2" fmla="*/ 594360 h 594360"/>
              <a:gd name="connsiteX3" fmla="*/ 243840 w 621033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033" h="594360">
                <a:moveTo>
                  <a:pt x="621033" y="0"/>
                </a:moveTo>
                <a:lnTo>
                  <a:pt x="377193" y="0"/>
                </a:lnTo>
                <a:lnTo>
                  <a:pt x="0" y="594360"/>
                </a:lnTo>
                <a:lnTo>
                  <a:pt x="24384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文本框 41">
            <a:extLst>
              <a:ext uri="{FF2B5EF4-FFF2-40B4-BE49-F238E27FC236}">
                <a16:creationId xmlns:a16="http://schemas.microsoft.com/office/drawing/2014/main" id="{E2469315-C2E5-3EE8-97AE-1A58D81D9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317500"/>
            <a:ext cx="3170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方正尚酷简体"/>
                <a:ea typeface="方正尚酷简体"/>
                <a:cs typeface="方正尚酷简体"/>
              </a:rPr>
              <a:t>课程大纲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7A4EC3-F9BD-7366-AEB2-BD1FAB307AD1}"/>
              </a:ext>
            </a:extLst>
          </p:cNvPr>
          <p:cNvSpPr txBox="1"/>
          <p:nvPr/>
        </p:nvSpPr>
        <p:spPr>
          <a:xfrm>
            <a:off x="191455" y="1009117"/>
            <a:ext cx="63978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课程大纲：</a:t>
            </a:r>
            <a:endParaRPr lang="en-US" altLang="zh-CN" b="1" dirty="0"/>
          </a:p>
          <a:p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课程受众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：所有机器视觉行业小白级别的想从事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C++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编程相关的从业者；所有想入行机器视觉的本科生或研究生。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课程时长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：课程教程是个小时，加文档教程十数篇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课程解决问题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：手把手教你做一个机器视觉软件开发项目，相较网上的浮于表面和理论的教程，本课程更有深度且全面。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课程内容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：结合光度立体这样一个机器视觉行业缺陷检测的经典算法，手把手带你完成从软件上位机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+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手撕视觉光度立体算法的开发过程。实现从小白到进阶的蜕变。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课程目标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学项目，尤其学高度匹配行业垂直的项目，是有利于实现技术的快速进步的。学习本项目，对于已经进入行业的想要学习本项目的从业者，将实现技术的完整全面的进阶。对于想入行的学生，该项目写到简历上绝对是对面试极具帮助的点睛之笔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课程技术栈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C++/QT/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Opencv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CMake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B41F52C-62DE-A6CD-0D58-05FDA4C55A7A}"/>
              </a:ext>
            </a:extLst>
          </p:cNvPr>
          <p:cNvGrpSpPr/>
          <p:nvPr/>
        </p:nvGrpSpPr>
        <p:grpSpPr>
          <a:xfrm>
            <a:off x="6686309" y="6233896"/>
            <a:ext cx="3259149" cy="624104"/>
            <a:chOff x="8741396" y="6102519"/>
            <a:chExt cx="3259149" cy="624104"/>
          </a:xfrm>
        </p:grpSpPr>
        <p:pic>
          <p:nvPicPr>
            <p:cNvPr id="16" name="图形 15" descr="指向右边的反手食指">
              <a:extLst>
                <a:ext uri="{FF2B5EF4-FFF2-40B4-BE49-F238E27FC236}">
                  <a16:creationId xmlns:a16="http://schemas.microsoft.com/office/drawing/2014/main" id="{DD0688DE-6D04-2268-F779-35FED1B2E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41396" y="6102519"/>
              <a:ext cx="624104" cy="624104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F23EC99-1E9B-3C2F-43E6-C36DB35D3122}"/>
                </a:ext>
              </a:extLst>
            </p:cNvPr>
            <p:cNvSpPr txBox="1"/>
            <p:nvPr/>
          </p:nvSpPr>
          <p:spPr>
            <a:xfrm>
              <a:off x="9365500" y="6229905"/>
              <a:ext cx="26350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hlinkClick r:id="rId4"/>
                </a:rPr>
                <a:t>烛照课程传送门</a:t>
              </a:r>
              <a:endParaRPr lang="zh-CN" altLang="en-US" dirty="0"/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084290E4-FD0D-7F2F-6E0E-EEDE02918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204" y="2908909"/>
            <a:ext cx="5501796" cy="325730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5B3A188-EB97-FC98-62CE-BEBF3313F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309" y="9164"/>
            <a:ext cx="5443537" cy="277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 38">
            <a:extLst>
              <a:ext uri="{FF2B5EF4-FFF2-40B4-BE49-F238E27FC236}">
                <a16:creationId xmlns:a16="http://schemas.microsoft.com/office/drawing/2014/main" id="{0D429011-D648-04BD-AF0B-1AD136C7C4B4}"/>
              </a:ext>
            </a:extLst>
          </p:cNvPr>
          <p:cNvSpPr/>
          <p:nvPr/>
        </p:nvSpPr>
        <p:spPr>
          <a:xfrm flipH="1">
            <a:off x="0" y="258763"/>
            <a:ext cx="3870325" cy="595312"/>
          </a:xfrm>
          <a:custGeom>
            <a:avLst/>
            <a:gdLst>
              <a:gd name="connsiteX0" fmla="*/ 3870960 w 3870960"/>
              <a:gd name="connsiteY0" fmla="*/ 0 h 594360"/>
              <a:gd name="connsiteX1" fmla="*/ 377193 w 3870960"/>
              <a:gd name="connsiteY1" fmla="*/ 0 h 594360"/>
              <a:gd name="connsiteX2" fmla="*/ 0 w 3870960"/>
              <a:gd name="connsiteY2" fmla="*/ 594360 h 594360"/>
              <a:gd name="connsiteX3" fmla="*/ 3870960 w 3870960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960" h="594360">
                <a:moveTo>
                  <a:pt x="3870960" y="0"/>
                </a:moveTo>
                <a:lnTo>
                  <a:pt x="377193" y="0"/>
                </a:lnTo>
                <a:lnTo>
                  <a:pt x="0" y="594360"/>
                </a:lnTo>
                <a:lnTo>
                  <a:pt x="387096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0" name="任意多边形 39">
            <a:extLst>
              <a:ext uri="{FF2B5EF4-FFF2-40B4-BE49-F238E27FC236}">
                <a16:creationId xmlns:a16="http://schemas.microsoft.com/office/drawing/2014/main" id="{568514E6-BDAA-BB9E-4807-D0BAF4442B8C}"/>
              </a:ext>
            </a:extLst>
          </p:cNvPr>
          <p:cNvSpPr/>
          <p:nvPr/>
        </p:nvSpPr>
        <p:spPr>
          <a:xfrm flipH="1">
            <a:off x="3627438" y="258763"/>
            <a:ext cx="620712" cy="595312"/>
          </a:xfrm>
          <a:custGeom>
            <a:avLst/>
            <a:gdLst>
              <a:gd name="connsiteX0" fmla="*/ 621033 w 621033"/>
              <a:gd name="connsiteY0" fmla="*/ 0 h 594360"/>
              <a:gd name="connsiteX1" fmla="*/ 377193 w 621033"/>
              <a:gd name="connsiteY1" fmla="*/ 0 h 594360"/>
              <a:gd name="connsiteX2" fmla="*/ 0 w 621033"/>
              <a:gd name="connsiteY2" fmla="*/ 594360 h 594360"/>
              <a:gd name="connsiteX3" fmla="*/ 243840 w 621033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033" h="594360">
                <a:moveTo>
                  <a:pt x="621033" y="0"/>
                </a:moveTo>
                <a:lnTo>
                  <a:pt x="377193" y="0"/>
                </a:lnTo>
                <a:lnTo>
                  <a:pt x="0" y="594360"/>
                </a:lnTo>
                <a:lnTo>
                  <a:pt x="24384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163" name="文本框 41">
            <a:extLst>
              <a:ext uri="{FF2B5EF4-FFF2-40B4-BE49-F238E27FC236}">
                <a16:creationId xmlns:a16="http://schemas.microsoft.com/office/drawing/2014/main" id="{E5EB2701-92E5-8356-DD22-8217914F7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317500"/>
            <a:ext cx="3170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方正尚酷简体"/>
                <a:ea typeface="方正尚酷简体"/>
                <a:cs typeface="方正尚酷简体"/>
              </a:rPr>
              <a:t>讲师个人介绍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2B6AB5-DC6D-E114-162C-5993B334C0A9}"/>
              </a:ext>
            </a:extLst>
          </p:cNvPr>
          <p:cNvSpPr txBox="1"/>
          <p:nvPr/>
        </p:nvSpPr>
        <p:spPr>
          <a:xfrm>
            <a:off x="280193" y="1386931"/>
            <a:ext cx="53354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周旋机器视觉介绍：</a:t>
            </a:r>
          </a:p>
          <a:p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本人机器视觉行业从业者，机器视觉软开工程师。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 err="1"/>
              <a:t>BiliBili</a:t>
            </a:r>
            <a:r>
              <a:rPr lang="zh-CN" altLang="en-US" dirty="0"/>
              <a:t>录制分享过大量行业经验，也出过很多机器视觉教程。深耕机器视觉行业。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公众号</a:t>
            </a:r>
            <a:r>
              <a:rPr lang="en-US" altLang="zh-CN" dirty="0"/>
              <a:t>【</a:t>
            </a:r>
            <a:r>
              <a:rPr lang="zh-CN" altLang="en-US" dirty="0"/>
              <a:t>周旋机器视觉</a:t>
            </a:r>
            <a:r>
              <a:rPr lang="en-US" altLang="zh-CN" dirty="0"/>
              <a:t>】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项目教程都在网站：</a:t>
            </a:r>
            <a:r>
              <a:rPr lang="en-US" altLang="zh-CN" dirty="0">
                <a:hlinkClick r:id="rId2"/>
              </a:rPr>
              <a:t>www.roundvision.cc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806C275-F4EB-46C0-F364-0264E8E48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58" y="661561"/>
            <a:ext cx="6168042" cy="334483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4950685-7838-36C2-75CE-E7B348D693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07" y="3720878"/>
            <a:ext cx="2959543" cy="29595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F3A688D-8BCF-6470-C0D1-7A7A34A034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084" y="0"/>
            <a:ext cx="2312916" cy="66156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3D2F407-C808-8CDC-C969-FD422C270DE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5"/>
          <a:stretch/>
        </p:blipFill>
        <p:spPr>
          <a:xfrm>
            <a:off x="6019800" y="3799003"/>
            <a:ext cx="6172200" cy="305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8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CB937DA-7B15-1B75-EF09-43DD79E3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122" y="304756"/>
            <a:ext cx="3080289" cy="30802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211A9C0-70A3-AB4C-0F96-6462A232F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122" y="3548389"/>
            <a:ext cx="3080289" cy="308028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B0433D0-F9F9-A4B2-2370-592BA03E6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1" y="304756"/>
            <a:ext cx="3080289" cy="30802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C5B6F02-C330-86F5-3F67-4E8F24656D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0" y="3548389"/>
            <a:ext cx="3080289" cy="3080289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69AB998-28A2-6F35-C6E1-C9B4887C9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438" y="1832883"/>
            <a:ext cx="3229187" cy="343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A725053B-A99B-DDD4-13CA-219C87BFD968}"/>
              </a:ext>
            </a:extLst>
          </p:cNvPr>
          <p:cNvSpPr/>
          <p:nvPr/>
        </p:nvSpPr>
        <p:spPr>
          <a:xfrm>
            <a:off x="7106720" y="31866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93233C8F-BAC1-9049-B8BB-1FA09A9A46D1}"/>
                  </a:ext>
                </a:extLst>
              </p14:cNvPr>
              <p14:cNvContentPartPr/>
              <p14:nvPr/>
            </p14:nvContentPartPr>
            <p14:xfrm>
              <a:off x="9262731" y="2854535"/>
              <a:ext cx="314280" cy="43956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93233C8F-BAC1-9049-B8BB-1FA09A9A46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56611" y="2848415"/>
                <a:ext cx="326520" cy="45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组合 48">
            <a:extLst>
              <a:ext uri="{FF2B5EF4-FFF2-40B4-BE49-F238E27FC236}">
                <a16:creationId xmlns:a16="http://schemas.microsoft.com/office/drawing/2014/main" id="{68A89BF5-CA76-7910-00AA-F1F91C3D59B9}"/>
              </a:ext>
            </a:extLst>
          </p:cNvPr>
          <p:cNvGrpSpPr/>
          <p:nvPr/>
        </p:nvGrpSpPr>
        <p:grpSpPr>
          <a:xfrm>
            <a:off x="853131" y="730535"/>
            <a:ext cx="2079720" cy="2259720"/>
            <a:chOff x="853131" y="730535"/>
            <a:chExt cx="2079720" cy="22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33A7CE00-8D63-7BA5-0FEE-0EBCEAAED49C}"/>
                    </a:ext>
                  </a:extLst>
                </p14:cNvPr>
                <p14:cNvContentPartPr/>
                <p14:nvPr/>
              </p14:nvContentPartPr>
              <p14:xfrm>
                <a:off x="853131" y="1340375"/>
                <a:ext cx="2079720" cy="164988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33A7CE00-8D63-7BA5-0FEE-0EBCEAAED4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7011" y="1334255"/>
                  <a:ext cx="2091960" cy="16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E8BAE4F5-19F8-ECB8-DCEF-BC3A787C1653}"/>
                    </a:ext>
                  </a:extLst>
                </p14:cNvPr>
                <p14:cNvContentPartPr/>
                <p14:nvPr/>
              </p14:nvContentPartPr>
              <p14:xfrm>
                <a:off x="1218531" y="730535"/>
                <a:ext cx="485280" cy="41760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E8BAE4F5-19F8-ECB8-DCEF-BC3A787C16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12411" y="724415"/>
                  <a:ext cx="497520" cy="42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0082DAFF-65D2-0D00-456E-6363B36D3251}"/>
                  </a:ext>
                </a:extLst>
              </p14:cNvPr>
              <p14:cNvContentPartPr/>
              <p14:nvPr/>
            </p14:nvContentPartPr>
            <p14:xfrm>
              <a:off x="8931891" y="2049215"/>
              <a:ext cx="2882880" cy="242208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0082DAFF-65D2-0D00-456E-6363B36D325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25771" y="2043095"/>
                <a:ext cx="2895120" cy="243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481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81B66E1-B957-6572-50A2-3C69FE748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" y="116731"/>
            <a:ext cx="6101712" cy="38035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758D191-DF7F-B101-8675-0C79A495D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6" y="4136658"/>
            <a:ext cx="4118058" cy="12913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36EF6305-1586-D809-FA8F-69DA0769E69F}"/>
                  </a:ext>
                </a:extLst>
              </p14:cNvPr>
              <p14:cNvContentPartPr/>
              <p14:nvPr/>
            </p14:nvContentPartPr>
            <p14:xfrm>
              <a:off x="10914166" y="2509453"/>
              <a:ext cx="360" cy="360"/>
            </p14:xfrm>
          </p:contentPart>
        </mc:Choice>
        <mc:Fallback xmlns=""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36EF6305-1586-D809-FA8F-69DA0769E6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08046" y="250333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0136606C-5E3D-9964-D8A1-7086AF0B7280}"/>
                  </a:ext>
                </a:extLst>
              </p14:cNvPr>
              <p14:cNvContentPartPr/>
              <p14:nvPr/>
            </p14:nvContentPartPr>
            <p14:xfrm>
              <a:off x="708886" y="495253"/>
              <a:ext cx="1141560" cy="938880"/>
            </p14:xfrm>
          </p:contentPart>
        </mc:Choice>
        <mc:Fallback xmlns=""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0136606C-5E3D-9964-D8A1-7086AF0B72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766" y="489133"/>
                <a:ext cx="1153800" cy="9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BC48CA05-071B-323C-FACC-E5EBE035E3A3}"/>
                  </a:ext>
                </a:extLst>
              </p14:cNvPr>
              <p14:cNvContentPartPr/>
              <p14:nvPr/>
            </p14:nvContentPartPr>
            <p14:xfrm>
              <a:off x="1129366" y="1052173"/>
              <a:ext cx="90360" cy="205200"/>
            </p14:xfrm>
          </p:contentPart>
        </mc:Choice>
        <mc:Fallback xmlns=""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BC48CA05-071B-323C-FACC-E5EBE035E3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3246" y="1046053"/>
                <a:ext cx="1026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7BB139F8-B17F-FC62-D890-BF2008B42588}"/>
                  </a:ext>
                </a:extLst>
              </p14:cNvPr>
              <p14:cNvContentPartPr/>
              <p14:nvPr/>
            </p14:nvContentPartPr>
            <p14:xfrm>
              <a:off x="6655366" y="1079533"/>
              <a:ext cx="659520" cy="937080"/>
            </p14:xfrm>
          </p:contentPart>
        </mc:Choice>
        <mc:Fallback xmlns=""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7BB139F8-B17F-FC62-D890-BF2008B425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9246" y="1073413"/>
                <a:ext cx="67176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3CF07D62-FB14-639A-5EEF-FEF4B27D690F}"/>
                  </a:ext>
                </a:extLst>
              </p14:cNvPr>
              <p14:cNvContentPartPr/>
              <p14:nvPr/>
            </p14:nvContentPartPr>
            <p14:xfrm>
              <a:off x="7256206" y="1448173"/>
              <a:ext cx="381240" cy="46800"/>
            </p14:xfrm>
          </p:contentPart>
        </mc:Choice>
        <mc:Fallback xmlns=""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3CF07D62-FB14-639A-5EEF-FEF4B27D69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50086" y="1442053"/>
                <a:ext cx="3934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A446BFE2-822A-09C4-2900-485AB9094269}"/>
                  </a:ext>
                </a:extLst>
              </p14:cNvPr>
              <p14:cNvContentPartPr/>
              <p14:nvPr/>
            </p14:nvContentPartPr>
            <p14:xfrm>
              <a:off x="7334326" y="1692253"/>
              <a:ext cx="266040" cy="360"/>
            </p14:xfrm>
          </p:contentPart>
        </mc:Choice>
        <mc:Fallback xmlns=""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A446BFE2-822A-09C4-2900-485AB909426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28206" y="1686133"/>
                <a:ext cx="2782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8ED914A4-CD63-4B41-A431-4BA7CCCF9A19}"/>
                  </a:ext>
                </a:extLst>
              </p14:cNvPr>
              <p14:cNvContentPartPr/>
              <p14:nvPr/>
            </p14:nvContentPartPr>
            <p14:xfrm>
              <a:off x="8443126" y="1098973"/>
              <a:ext cx="735120" cy="762480"/>
            </p14:xfrm>
          </p:contentPart>
        </mc:Choice>
        <mc:Fallback xmlns=""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8ED914A4-CD63-4B41-A431-4BA7CCCF9A1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37006" y="1092853"/>
                <a:ext cx="747360" cy="7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947836B2-9E56-7191-683F-CBF97BC6BF03}"/>
                  </a:ext>
                </a:extLst>
              </p14:cNvPr>
              <p14:cNvContentPartPr/>
              <p14:nvPr/>
            </p14:nvContentPartPr>
            <p14:xfrm>
              <a:off x="8890606" y="1293373"/>
              <a:ext cx="47160" cy="1084320"/>
            </p14:xfrm>
          </p:contentPart>
        </mc:Choice>
        <mc:Fallback xmlns=""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947836B2-9E56-7191-683F-CBF97BC6BF0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84486" y="1287253"/>
                <a:ext cx="59400" cy="10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AC245B24-7A97-9B32-38F9-39F7AA85413E}"/>
                  </a:ext>
                </a:extLst>
              </p14:cNvPr>
              <p14:cNvContentPartPr/>
              <p14:nvPr/>
            </p14:nvContentPartPr>
            <p14:xfrm>
              <a:off x="6432166" y="627733"/>
              <a:ext cx="4321440" cy="3060000"/>
            </p14:xfrm>
          </p:contentPart>
        </mc:Choice>
        <mc:Fallback xmlns=""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AC245B24-7A97-9B32-38F9-39F7AA85413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26046" y="621613"/>
                <a:ext cx="4333680" cy="30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B052876A-DFF9-C6D6-54A6-B1F0BC860BF3}"/>
                  </a:ext>
                </a:extLst>
              </p14:cNvPr>
              <p14:cNvContentPartPr/>
              <p14:nvPr/>
            </p14:nvContentPartPr>
            <p14:xfrm>
              <a:off x="1370926" y="738973"/>
              <a:ext cx="30240" cy="36432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B052876A-DFF9-C6D6-54A6-B1F0BC860B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64806" y="732853"/>
                <a:ext cx="4248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A683C103-5592-4E0B-6612-D164780D09FA}"/>
                  </a:ext>
                </a:extLst>
              </p14:cNvPr>
              <p14:cNvContentPartPr/>
              <p14:nvPr/>
            </p14:nvContentPartPr>
            <p14:xfrm>
              <a:off x="7701886" y="4269853"/>
              <a:ext cx="478440" cy="597960"/>
            </p14:xfrm>
          </p:contentPart>
        </mc:Choice>
        <mc:Fallback xmlns=""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A683C103-5592-4E0B-6612-D164780D09F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95766" y="4263733"/>
                <a:ext cx="49068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718927B0-DD40-16B2-6EAC-8AD966FB804D}"/>
                  </a:ext>
                </a:extLst>
              </p14:cNvPr>
              <p14:cNvContentPartPr/>
              <p14:nvPr/>
            </p14:nvContentPartPr>
            <p14:xfrm>
              <a:off x="7761646" y="3949093"/>
              <a:ext cx="156960" cy="78840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718927B0-DD40-16B2-6EAC-8AD966FB804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55526" y="3942973"/>
                <a:ext cx="169200" cy="80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58B9C993-A527-96B2-0F09-9F006894E89B}"/>
              </a:ext>
            </a:extLst>
          </p:cNvPr>
          <p:cNvGrpSpPr/>
          <p:nvPr/>
        </p:nvGrpSpPr>
        <p:grpSpPr>
          <a:xfrm>
            <a:off x="5828446" y="3764413"/>
            <a:ext cx="2808720" cy="2347920"/>
            <a:chOff x="5828446" y="3764413"/>
            <a:chExt cx="2808720" cy="23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6" name="墨迹 155">
                  <a:extLst>
                    <a:ext uri="{FF2B5EF4-FFF2-40B4-BE49-F238E27FC236}">
                      <a16:creationId xmlns:a16="http://schemas.microsoft.com/office/drawing/2014/main" id="{AB1170F5-43DC-1D4A-4378-E198106405A3}"/>
                    </a:ext>
                  </a:extLst>
                </p14:cNvPr>
                <p14:cNvContentPartPr/>
                <p14:nvPr/>
              </p14:nvContentPartPr>
              <p14:xfrm>
                <a:off x="6682366" y="3764413"/>
                <a:ext cx="1853280" cy="1631160"/>
              </p14:xfrm>
            </p:contentPart>
          </mc:Choice>
          <mc:Fallback xmlns="">
            <p:pic>
              <p:nvPicPr>
                <p:cNvPr id="156" name="墨迹 155">
                  <a:extLst>
                    <a:ext uri="{FF2B5EF4-FFF2-40B4-BE49-F238E27FC236}">
                      <a16:creationId xmlns:a16="http://schemas.microsoft.com/office/drawing/2014/main" id="{AB1170F5-43DC-1D4A-4378-E198106405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76246" y="3758293"/>
                  <a:ext cx="1865520" cy="16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7" name="墨迹 156">
                  <a:extLst>
                    <a:ext uri="{FF2B5EF4-FFF2-40B4-BE49-F238E27FC236}">
                      <a16:creationId xmlns:a16="http://schemas.microsoft.com/office/drawing/2014/main" id="{6069B9A0-D17D-2647-273C-60F4C693BF88}"/>
                    </a:ext>
                  </a:extLst>
                </p14:cNvPr>
                <p14:cNvContentPartPr/>
                <p14:nvPr/>
              </p14:nvContentPartPr>
              <p14:xfrm>
                <a:off x="8177806" y="5213413"/>
                <a:ext cx="459360" cy="284400"/>
              </p14:xfrm>
            </p:contentPart>
          </mc:Choice>
          <mc:Fallback xmlns="">
            <p:pic>
              <p:nvPicPr>
                <p:cNvPr id="157" name="墨迹 156">
                  <a:extLst>
                    <a:ext uri="{FF2B5EF4-FFF2-40B4-BE49-F238E27FC236}">
                      <a16:creationId xmlns:a16="http://schemas.microsoft.com/office/drawing/2014/main" id="{6069B9A0-D17D-2647-273C-60F4C693BF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1686" y="5207293"/>
                  <a:ext cx="4716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0" name="墨迹 159">
                  <a:extLst>
                    <a:ext uri="{FF2B5EF4-FFF2-40B4-BE49-F238E27FC236}">
                      <a16:creationId xmlns:a16="http://schemas.microsoft.com/office/drawing/2014/main" id="{E833BDAC-4BA0-9810-1199-009CA33FDE1C}"/>
                    </a:ext>
                  </a:extLst>
                </p14:cNvPr>
                <p14:cNvContentPartPr/>
                <p14:nvPr/>
              </p14:nvContentPartPr>
              <p14:xfrm>
                <a:off x="6692446" y="3861253"/>
                <a:ext cx="360" cy="299880"/>
              </p14:xfrm>
            </p:contentPart>
          </mc:Choice>
          <mc:Fallback xmlns="">
            <p:pic>
              <p:nvPicPr>
                <p:cNvPr id="160" name="墨迹 159">
                  <a:extLst>
                    <a:ext uri="{FF2B5EF4-FFF2-40B4-BE49-F238E27FC236}">
                      <a16:creationId xmlns:a16="http://schemas.microsoft.com/office/drawing/2014/main" id="{E833BDAC-4BA0-9810-1199-009CA33FDE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86326" y="3855133"/>
                  <a:ext cx="12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EC483E59-9D36-E04B-9357-C3948B8254B2}"/>
                    </a:ext>
                  </a:extLst>
                </p14:cNvPr>
                <p14:cNvContentPartPr/>
                <p14:nvPr/>
              </p14:nvContentPartPr>
              <p14:xfrm>
                <a:off x="6672646" y="4484053"/>
                <a:ext cx="360" cy="223200"/>
              </p14:xfrm>
            </p:contentPart>
          </mc:Choice>
          <mc:Fallback xmlns=""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EC483E59-9D36-E04B-9357-C3948B8254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66526" y="4477933"/>
                  <a:ext cx="12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2" name="墨迹 161">
                  <a:extLst>
                    <a:ext uri="{FF2B5EF4-FFF2-40B4-BE49-F238E27FC236}">
                      <a16:creationId xmlns:a16="http://schemas.microsoft.com/office/drawing/2014/main" id="{CC183F7E-F000-8C0B-DBBD-DF9FA5189C5B}"/>
                    </a:ext>
                  </a:extLst>
                </p14:cNvPr>
                <p14:cNvContentPartPr/>
                <p14:nvPr/>
              </p14:nvContentPartPr>
              <p14:xfrm>
                <a:off x="6639886" y="4950973"/>
                <a:ext cx="4320" cy="503280"/>
              </p14:xfrm>
            </p:contentPart>
          </mc:Choice>
          <mc:Fallback xmlns="">
            <p:pic>
              <p:nvPicPr>
                <p:cNvPr id="162" name="墨迹 161">
                  <a:extLst>
                    <a:ext uri="{FF2B5EF4-FFF2-40B4-BE49-F238E27FC236}">
                      <a16:creationId xmlns:a16="http://schemas.microsoft.com/office/drawing/2014/main" id="{CC183F7E-F000-8C0B-DBBD-DF9FA5189C5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33766" y="4944853"/>
                  <a:ext cx="1656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3" name="墨迹 162">
                  <a:extLst>
                    <a:ext uri="{FF2B5EF4-FFF2-40B4-BE49-F238E27FC236}">
                      <a16:creationId xmlns:a16="http://schemas.microsoft.com/office/drawing/2014/main" id="{8367666B-A9C1-08B2-68F6-B2413EE707ED}"/>
                    </a:ext>
                  </a:extLst>
                </p14:cNvPr>
                <p14:cNvContentPartPr/>
                <p14:nvPr/>
              </p14:nvContentPartPr>
              <p14:xfrm>
                <a:off x="6546286" y="5281813"/>
                <a:ext cx="268200" cy="198360"/>
              </p14:xfrm>
            </p:contentPart>
          </mc:Choice>
          <mc:Fallback xmlns="">
            <p:pic>
              <p:nvPicPr>
                <p:cNvPr id="163" name="墨迹 162">
                  <a:extLst>
                    <a:ext uri="{FF2B5EF4-FFF2-40B4-BE49-F238E27FC236}">
                      <a16:creationId xmlns:a16="http://schemas.microsoft.com/office/drawing/2014/main" id="{8367666B-A9C1-08B2-68F6-B2413EE707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40166" y="5275693"/>
                  <a:ext cx="2804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4" name="墨迹 163">
                  <a:extLst>
                    <a:ext uri="{FF2B5EF4-FFF2-40B4-BE49-F238E27FC236}">
                      <a16:creationId xmlns:a16="http://schemas.microsoft.com/office/drawing/2014/main" id="{B9275EBA-2BF8-0F0F-5206-7B9664D51E02}"/>
                    </a:ext>
                  </a:extLst>
                </p14:cNvPr>
                <p14:cNvContentPartPr/>
                <p14:nvPr/>
              </p14:nvContentPartPr>
              <p14:xfrm>
                <a:off x="6021766" y="5030533"/>
                <a:ext cx="205200" cy="357120"/>
              </p14:xfrm>
            </p:contentPart>
          </mc:Choice>
          <mc:Fallback xmlns="">
            <p:pic>
              <p:nvPicPr>
                <p:cNvPr id="164" name="墨迹 163">
                  <a:extLst>
                    <a:ext uri="{FF2B5EF4-FFF2-40B4-BE49-F238E27FC236}">
                      <a16:creationId xmlns:a16="http://schemas.microsoft.com/office/drawing/2014/main" id="{B9275EBA-2BF8-0F0F-5206-7B9664D51E0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15646" y="5024413"/>
                  <a:ext cx="2174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65" name="墨迹 164">
                  <a:extLst>
                    <a:ext uri="{FF2B5EF4-FFF2-40B4-BE49-F238E27FC236}">
                      <a16:creationId xmlns:a16="http://schemas.microsoft.com/office/drawing/2014/main" id="{96CB1AE6-C8DC-9AE8-7FDC-7B05AF152129}"/>
                    </a:ext>
                  </a:extLst>
                </p14:cNvPr>
                <p14:cNvContentPartPr/>
                <p14:nvPr/>
              </p14:nvContentPartPr>
              <p14:xfrm>
                <a:off x="5918086" y="5043853"/>
                <a:ext cx="297720" cy="424440"/>
              </p14:xfrm>
            </p:contentPart>
          </mc:Choice>
          <mc:Fallback xmlns="">
            <p:pic>
              <p:nvPicPr>
                <p:cNvPr id="165" name="墨迹 164">
                  <a:extLst>
                    <a:ext uri="{FF2B5EF4-FFF2-40B4-BE49-F238E27FC236}">
                      <a16:creationId xmlns:a16="http://schemas.microsoft.com/office/drawing/2014/main" id="{96CB1AE6-C8DC-9AE8-7FDC-7B05AF15212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11966" y="5037733"/>
                  <a:ext cx="3099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69" name="墨迹 168">
                  <a:extLst>
                    <a:ext uri="{FF2B5EF4-FFF2-40B4-BE49-F238E27FC236}">
                      <a16:creationId xmlns:a16="http://schemas.microsoft.com/office/drawing/2014/main" id="{F4B64D06-9BF4-6E42-BCE5-B6AA4804B74E}"/>
                    </a:ext>
                  </a:extLst>
                </p14:cNvPr>
                <p14:cNvContentPartPr/>
                <p14:nvPr/>
              </p14:nvContentPartPr>
              <p14:xfrm>
                <a:off x="5828446" y="5038093"/>
                <a:ext cx="698040" cy="393840"/>
              </p14:xfrm>
            </p:contentPart>
          </mc:Choice>
          <mc:Fallback xmlns="">
            <p:pic>
              <p:nvPicPr>
                <p:cNvPr id="169" name="墨迹 168">
                  <a:extLst>
                    <a:ext uri="{FF2B5EF4-FFF2-40B4-BE49-F238E27FC236}">
                      <a16:creationId xmlns:a16="http://schemas.microsoft.com/office/drawing/2014/main" id="{F4B64D06-9BF4-6E42-BCE5-B6AA4804B7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22326" y="5031973"/>
                  <a:ext cx="7102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70" name="墨迹 169">
                  <a:extLst>
                    <a:ext uri="{FF2B5EF4-FFF2-40B4-BE49-F238E27FC236}">
                      <a16:creationId xmlns:a16="http://schemas.microsoft.com/office/drawing/2014/main" id="{325ACAC7-7909-43E0-CC3C-12E4AC9C7624}"/>
                    </a:ext>
                  </a:extLst>
                </p14:cNvPr>
                <p14:cNvContentPartPr/>
                <p14:nvPr/>
              </p14:nvContentPartPr>
              <p14:xfrm>
                <a:off x="5953006" y="5165173"/>
                <a:ext cx="324720" cy="76320"/>
              </p14:xfrm>
            </p:contentPart>
          </mc:Choice>
          <mc:Fallback xmlns="">
            <p:pic>
              <p:nvPicPr>
                <p:cNvPr id="170" name="墨迹 169">
                  <a:extLst>
                    <a:ext uri="{FF2B5EF4-FFF2-40B4-BE49-F238E27FC236}">
                      <a16:creationId xmlns:a16="http://schemas.microsoft.com/office/drawing/2014/main" id="{325ACAC7-7909-43E0-CC3C-12E4AC9C76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46886" y="5159053"/>
                  <a:ext cx="3369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1" name="墨迹 170">
                  <a:extLst>
                    <a:ext uri="{FF2B5EF4-FFF2-40B4-BE49-F238E27FC236}">
                      <a16:creationId xmlns:a16="http://schemas.microsoft.com/office/drawing/2014/main" id="{8285FDA8-7B44-CF4E-C59E-01FA3270C56F}"/>
                    </a:ext>
                  </a:extLst>
                </p14:cNvPr>
                <p14:cNvContentPartPr/>
                <p14:nvPr/>
              </p14:nvContentPartPr>
              <p14:xfrm>
                <a:off x="6702166" y="5553253"/>
                <a:ext cx="1609920" cy="10800"/>
              </p14:xfrm>
            </p:contentPart>
          </mc:Choice>
          <mc:Fallback xmlns="">
            <p:pic>
              <p:nvPicPr>
                <p:cNvPr id="171" name="墨迹 170">
                  <a:extLst>
                    <a:ext uri="{FF2B5EF4-FFF2-40B4-BE49-F238E27FC236}">
                      <a16:creationId xmlns:a16="http://schemas.microsoft.com/office/drawing/2014/main" id="{8285FDA8-7B44-CF4E-C59E-01FA3270C5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96046" y="5547133"/>
                  <a:ext cx="1622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72" name="墨迹 171">
                  <a:extLst>
                    <a:ext uri="{FF2B5EF4-FFF2-40B4-BE49-F238E27FC236}">
                      <a16:creationId xmlns:a16="http://schemas.microsoft.com/office/drawing/2014/main" id="{B5019E51-9F22-CF58-1988-FE86D3733E99}"/>
                    </a:ext>
                  </a:extLst>
                </p14:cNvPr>
                <p14:cNvContentPartPr/>
                <p14:nvPr/>
              </p14:nvContentPartPr>
              <p14:xfrm>
                <a:off x="8023726" y="5437333"/>
                <a:ext cx="522720" cy="231840"/>
              </p14:xfrm>
            </p:contentPart>
          </mc:Choice>
          <mc:Fallback xmlns="">
            <p:pic>
              <p:nvPicPr>
                <p:cNvPr id="172" name="墨迹 171">
                  <a:extLst>
                    <a:ext uri="{FF2B5EF4-FFF2-40B4-BE49-F238E27FC236}">
                      <a16:creationId xmlns:a16="http://schemas.microsoft.com/office/drawing/2014/main" id="{B5019E51-9F22-CF58-1988-FE86D3733E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17606" y="5431213"/>
                  <a:ext cx="5349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74" name="墨迹 173">
                  <a:extLst>
                    <a:ext uri="{FF2B5EF4-FFF2-40B4-BE49-F238E27FC236}">
                      <a16:creationId xmlns:a16="http://schemas.microsoft.com/office/drawing/2014/main" id="{5CF99C05-195C-1D86-AADF-66A2DC0697DD}"/>
                    </a:ext>
                  </a:extLst>
                </p14:cNvPr>
                <p14:cNvContentPartPr/>
                <p14:nvPr/>
              </p14:nvContentPartPr>
              <p14:xfrm>
                <a:off x="8131726" y="5369293"/>
                <a:ext cx="391680" cy="186120"/>
              </p14:xfrm>
            </p:contentPart>
          </mc:Choice>
          <mc:Fallback xmlns="">
            <p:pic>
              <p:nvPicPr>
                <p:cNvPr id="174" name="墨迹 173">
                  <a:extLst>
                    <a:ext uri="{FF2B5EF4-FFF2-40B4-BE49-F238E27FC236}">
                      <a16:creationId xmlns:a16="http://schemas.microsoft.com/office/drawing/2014/main" id="{5CF99C05-195C-1D86-AADF-66A2DC0697D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25606" y="5363173"/>
                  <a:ext cx="403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75" name="墨迹 174">
                  <a:extLst>
                    <a:ext uri="{FF2B5EF4-FFF2-40B4-BE49-F238E27FC236}">
                      <a16:creationId xmlns:a16="http://schemas.microsoft.com/office/drawing/2014/main" id="{5CE73971-0C1F-F14E-407D-CFB80DE1A641}"/>
                    </a:ext>
                  </a:extLst>
                </p14:cNvPr>
                <p14:cNvContentPartPr/>
                <p14:nvPr/>
              </p14:nvContentPartPr>
              <p14:xfrm>
                <a:off x="7139566" y="5728573"/>
                <a:ext cx="255960" cy="182520"/>
              </p14:xfrm>
            </p:contentPart>
          </mc:Choice>
          <mc:Fallback xmlns="">
            <p:pic>
              <p:nvPicPr>
                <p:cNvPr id="175" name="墨迹 174">
                  <a:extLst>
                    <a:ext uri="{FF2B5EF4-FFF2-40B4-BE49-F238E27FC236}">
                      <a16:creationId xmlns:a16="http://schemas.microsoft.com/office/drawing/2014/main" id="{5CE73971-0C1F-F14E-407D-CFB80DE1A6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33446" y="5722453"/>
                  <a:ext cx="268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2A5CBB67-42BB-6A7B-5058-060C9373C0C8}"/>
                    </a:ext>
                  </a:extLst>
                </p14:cNvPr>
                <p14:cNvContentPartPr/>
                <p14:nvPr/>
              </p14:nvContentPartPr>
              <p14:xfrm>
                <a:off x="7240006" y="5678173"/>
                <a:ext cx="153360" cy="167400"/>
              </p14:xfrm>
            </p:contentPart>
          </mc:Choice>
          <mc:Fallback xmlns=""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2A5CBB67-42BB-6A7B-5058-060C9373C0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33886" y="5672053"/>
                  <a:ext cx="165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77" name="墨迹 176">
                  <a:extLst>
                    <a:ext uri="{FF2B5EF4-FFF2-40B4-BE49-F238E27FC236}">
                      <a16:creationId xmlns:a16="http://schemas.microsoft.com/office/drawing/2014/main" id="{C1E78001-E7AA-901A-F574-A369A24584FF}"/>
                    </a:ext>
                  </a:extLst>
                </p14:cNvPr>
                <p14:cNvContentPartPr/>
                <p14:nvPr/>
              </p14:nvContentPartPr>
              <p14:xfrm>
                <a:off x="7470406" y="5633533"/>
                <a:ext cx="146160" cy="478800"/>
              </p14:xfrm>
            </p:contentPart>
          </mc:Choice>
          <mc:Fallback xmlns="">
            <p:pic>
              <p:nvPicPr>
                <p:cNvPr id="177" name="墨迹 176">
                  <a:extLst>
                    <a:ext uri="{FF2B5EF4-FFF2-40B4-BE49-F238E27FC236}">
                      <a16:creationId xmlns:a16="http://schemas.microsoft.com/office/drawing/2014/main" id="{C1E78001-E7AA-901A-F574-A369A24584F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64286" y="5627413"/>
                  <a:ext cx="15840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79" name="墨迹 178">
                  <a:extLst>
                    <a:ext uri="{FF2B5EF4-FFF2-40B4-BE49-F238E27FC236}">
                      <a16:creationId xmlns:a16="http://schemas.microsoft.com/office/drawing/2014/main" id="{BA79F09F-90B9-2AA7-6304-BEF303B8D79C}"/>
                    </a:ext>
                  </a:extLst>
                </p14:cNvPr>
                <p14:cNvContentPartPr/>
                <p14:nvPr/>
              </p14:nvContentPartPr>
              <p14:xfrm>
                <a:off x="6750766" y="5364973"/>
                <a:ext cx="207360" cy="150840"/>
              </p14:xfrm>
            </p:contentPart>
          </mc:Choice>
          <mc:Fallback xmlns="">
            <p:pic>
              <p:nvPicPr>
                <p:cNvPr id="179" name="墨迹 178">
                  <a:extLst>
                    <a:ext uri="{FF2B5EF4-FFF2-40B4-BE49-F238E27FC236}">
                      <a16:creationId xmlns:a16="http://schemas.microsoft.com/office/drawing/2014/main" id="{BA79F09F-90B9-2AA7-6304-BEF303B8D7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44646" y="5358853"/>
                  <a:ext cx="219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80" name="墨迹 179">
                  <a:extLst>
                    <a:ext uri="{FF2B5EF4-FFF2-40B4-BE49-F238E27FC236}">
                      <a16:creationId xmlns:a16="http://schemas.microsoft.com/office/drawing/2014/main" id="{95F58B28-D516-C4CA-5AE1-A51E1D0E2CD1}"/>
                    </a:ext>
                  </a:extLst>
                </p14:cNvPr>
                <p14:cNvContentPartPr/>
                <p14:nvPr/>
              </p14:nvContentPartPr>
              <p14:xfrm>
                <a:off x="7032646" y="5210893"/>
                <a:ext cx="135720" cy="110160"/>
              </p14:xfrm>
            </p:contentPart>
          </mc:Choice>
          <mc:Fallback xmlns="">
            <p:pic>
              <p:nvPicPr>
                <p:cNvPr id="180" name="墨迹 179">
                  <a:extLst>
                    <a:ext uri="{FF2B5EF4-FFF2-40B4-BE49-F238E27FC236}">
                      <a16:creationId xmlns:a16="http://schemas.microsoft.com/office/drawing/2014/main" id="{95F58B28-D516-C4CA-5AE1-A51E1D0E2CD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26526" y="5204773"/>
                  <a:ext cx="147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81" name="墨迹 180">
                  <a:extLst>
                    <a:ext uri="{FF2B5EF4-FFF2-40B4-BE49-F238E27FC236}">
                      <a16:creationId xmlns:a16="http://schemas.microsoft.com/office/drawing/2014/main" id="{B09DF339-F574-F49B-662E-0A928B6020C8}"/>
                    </a:ext>
                  </a:extLst>
                </p14:cNvPr>
                <p14:cNvContentPartPr/>
                <p14:nvPr/>
              </p14:nvContentPartPr>
              <p14:xfrm>
                <a:off x="7305166" y="5203693"/>
                <a:ext cx="298440" cy="109800"/>
              </p14:xfrm>
            </p:contentPart>
          </mc:Choice>
          <mc:Fallback xmlns="">
            <p:pic>
              <p:nvPicPr>
                <p:cNvPr id="181" name="墨迹 180">
                  <a:extLst>
                    <a:ext uri="{FF2B5EF4-FFF2-40B4-BE49-F238E27FC236}">
                      <a16:creationId xmlns:a16="http://schemas.microsoft.com/office/drawing/2014/main" id="{B09DF339-F574-F49B-662E-0A928B6020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99046" y="5197573"/>
                  <a:ext cx="310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82" name="墨迹 181">
                  <a:extLst>
                    <a:ext uri="{FF2B5EF4-FFF2-40B4-BE49-F238E27FC236}">
                      <a16:creationId xmlns:a16="http://schemas.microsoft.com/office/drawing/2014/main" id="{AE482510-C0E2-45BA-FD39-271AA25352FA}"/>
                    </a:ext>
                  </a:extLst>
                </p14:cNvPr>
                <p14:cNvContentPartPr/>
                <p14:nvPr/>
              </p14:nvContentPartPr>
              <p14:xfrm>
                <a:off x="7664806" y="5301253"/>
                <a:ext cx="225000" cy="69480"/>
              </p14:xfrm>
            </p:contentPart>
          </mc:Choice>
          <mc:Fallback xmlns="">
            <p:pic>
              <p:nvPicPr>
                <p:cNvPr id="182" name="墨迹 181">
                  <a:extLst>
                    <a:ext uri="{FF2B5EF4-FFF2-40B4-BE49-F238E27FC236}">
                      <a16:creationId xmlns:a16="http://schemas.microsoft.com/office/drawing/2014/main" id="{AE482510-C0E2-45BA-FD39-271AA25352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58686" y="5295133"/>
                  <a:ext cx="237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83" name="墨迹 182">
                  <a:extLst>
                    <a:ext uri="{FF2B5EF4-FFF2-40B4-BE49-F238E27FC236}">
                      <a16:creationId xmlns:a16="http://schemas.microsoft.com/office/drawing/2014/main" id="{84E77A04-8CB0-FF5F-7D66-ABF0EA9CB44C}"/>
                    </a:ext>
                  </a:extLst>
                </p14:cNvPr>
                <p14:cNvContentPartPr/>
                <p14:nvPr/>
              </p14:nvContentPartPr>
              <p14:xfrm>
                <a:off x="8083126" y="5408173"/>
                <a:ext cx="204840" cy="67320"/>
              </p14:xfrm>
            </p:contentPart>
          </mc:Choice>
          <mc:Fallback xmlns="">
            <p:pic>
              <p:nvPicPr>
                <p:cNvPr id="183" name="墨迹 182">
                  <a:extLst>
                    <a:ext uri="{FF2B5EF4-FFF2-40B4-BE49-F238E27FC236}">
                      <a16:creationId xmlns:a16="http://schemas.microsoft.com/office/drawing/2014/main" id="{84E77A04-8CB0-FF5F-7D66-ABF0EA9CB4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77006" y="5402053"/>
                  <a:ext cx="217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4" name="墨迹 183">
                  <a:extLst>
                    <a:ext uri="{FF2B5EF4-FFF2-40B4-BE49-F238E27FC236}">
                      <a16:creationId xmlns:a16="http://schemas.microsoft.com/office/drawing/2014/main" id="{DDFA1D1D-E841-5C68-934D-F14F28D60CF0}"/>
                    </a:ext>
                  </a:extLst>
                </p14:cNvPr>
                <p14:cNvContentPartPr/>
                <p14:nvPr/>
              </p14:nvContentPartPr>
              <p14:xfrm>
                <a:off x="7159366" y="5291533"/>
                <a:ext cx="200160" cy="47520"/>
              </p14:xfrm>
            </p:contentPart>
          </mc:Choice>
          <mc:Fallback xmlns="">
            <p:pic>
              <p:nvPicPr>
                <p:cNvPr id="184" name="墨迹 183">
                  <a:extLst>
                    <a:ext uri="{FF2B5EF4-FFF2-40B4-BE49-F238E27FC236}">
                      <a16:creationId xmlns:a16="http://schemas.microsoft.com/office/drawing/2014/main" id="{DDFA1D1D-E841-5C68-934D-F14F28D60CF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53246" y="5285413"/>
                  <a:ext cx="212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6" name="墨迹 185">
                  <a:extLst>
                    <a:ext uri="{FF2B5EF4-FFF2-40B4-BE49-F238E27FC236}">
                      <a16:creationId xmlns:a16="http://schemas.microsoft.com/office/drawing/2014/main" id="{27E91A21-FF49-D5F8-CF59-EE17634AB3CA}"/>
                    </a:ext>
                  </a:extLst>
                </p14:cNvPr>
                <p14:cNvContentPartPr/>
                <p14:nvPr/>
              </p14:nvContentPartPr>
              <p14:xfrm>
                <a:off x="7129846" y="5283253"/>
                <a:ext cx="286560" cy="93960"/>
              </p14:xfrm>
            </p:contentPart>
          </mc:Choice>
          <mc:Fallback xmlns="">
            <p:pic>
              <p:nvPicPr>
                <p:cNvPr id="186" name="墨迹 185">
                  <a:extLst>
                    <a:ext uri="{FF2B5EF4-FFF2-40B4-BE49-F238E27FC236}">
                      <a16:creationId xmlns:a16="http://schemas.microsoft.com/office/drawing/2014/main" id="{27E91A21-FF49-D5F8-CF59-EE17634AB3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23726" y="5277133"/>
                  <a:ext cx="298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87" name="墨迹 186">
                  <a:extLst>
                    <a:ext uri="{FF2B5EF4-FFF2-40B4-BE49-F238E27FC236}">
                      <a16:creationId xmlns:a16="http://schemas.microsoft.com/office/drawing/2014/main" id="{2A830D84-CB60-346D-AEB3-99862D186D57}"/>
                    </a:ext>
                  </a:extLst>
                </p14:cNvPr>
                <p14:cNvContentPartPr/>
                <p14:nvPr/>
              </p14:nvContentPartPr>
              <p14:xfrm>
                <a:off x="7515046" y="5119093"/>
                <a:ext cx="260280" cy="318240"/>
              </p14:xfrm>
            </p:contentPart>
          </mc:Choice>
          <mc:Fallback xmlns="">
            <p:pic>
              <p:nvPicPr>
                <p:cNvPr id="187" name="墨迹 186">
                  <a:extLst>
                    <a:ext uri="{FF2B5EF4-FFF2-40B4-BE49-F238E27FC236}">
                      <a16:creationId xmlns:a16="http://schemas.microsoft.com/office/drawing/2014/main" id="{2A830D84-CB60-346D-AEB3-99862D186D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08926" y="5112973"/>
                  <a:ext cx="2725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88" name="墨迹 187">
                  <a:extLst>
                    <a:ext uri="{FF2B5EF4-FFF2-40B4-BE49-F238E27FC236}">
                      <a16:creationId xmlns:a16="http://schemas.microsoft.com/office/drawing/2014/main" id="{06B0F523-4CBE-4B4F-0962-ED52EAD1B657}"/>
                    </a:ext>
                  </a:extLst>
                </p14:cNvPr>
                <p14:cNvContentPartPr/>
                <p14:nvPr/>
              </p14:nvContentPartPr>
              <p14:xfrm>
                <a:off x="6922846" y="5087053"/>
                <a:ext cx="140040" cy="344520"/>
              </p14:xfrm>
            </p:contentPart>
          </mc:Choice>
          <mc:Fallback xmlns="">
            <p:pic>
              <p:nvPicPr>
                <p:cNvPr id="188" name="墨迹 187">
                  <a:extLst>
                    <a:ext uri="{FF2B5EF4-FFF2-40B4-BE49-F238E27FC236}">
                      <a16:creationId xmlns:a16="http://schemas.microsoft.com/office/drawing/2014/main" id="{06B0F523-4CBE-4B4F-0962-ED52EAD1B65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16726" y="5080933"/>
                  <a:ext cx="1522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91" name="墨迹 190">
                  <a:extLst>
                    <a:ext uri="{FF2B5EF4-FFF2-40B4-BE49-F238E27FC236}">
                      <a16:creationId xmlns:a16="http://schemas.microsoft.com/office/drawing/2014/main" id="{60638915-79E3-BF4C-4862-88DED5895461}"/>
                    </a:ext>
                  </a:extLst>
                </p14:cNvPr>
                <p14:cNvContentPartPr/>
                <p14:nvPr/>
              </p14:nvContentPartPr>
              <p14:xfrm>
                <a:off x="6711886" y="3764413"/>
                <a:ext cx="360" cy="96480"/>
              </p14:xfrm>
            </p:contentPart>
          </mc:Choice>
          <mc:Fallback xmlns="">
            <p:pic>
              <p:nvPicPr>
                <p:cNvPr id="191" name="墨迹 190">
                  <a:extLst>
                    <a:ext uri="{FF2B5EF4-FFF2-40B4-BE49-F238E27FC236}">
                      <a16:creationId xmlns:a16="http://schemas.microsoft.com/office/drawing/2014/main" id="{60638915-79E3-BF4C-4862-88DED589546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05766" y="3758293"/>
                  <a:ext cx="12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3" name="墨迹 192">
                  <a:extLst>
                    <a:ext uri="{FF2B5EF4-FFF2-40B4-BE49-F238E27FC236}">
                      <a16:creationId xmlns:a16="http://schemas.microsoft.com/office/drawing/2014/main" id="{559CFD88-CE53-14FA-B1F2-D35BB7BD61D2}"/>
                    </a:ext>
                  </a:extLst>
                </p14:cNvPr>
                <p14:cNvContentPartPr/>
                <p14:nvPr/>
              </p14:nvContentPartPr>
              <p14:xfrm>
                <a:off x="7207606" y="5203693"/>
                <a:ext cx="40680" cy="10080"/>
              </p14:xfrm>
            </p:contentPart>
          </mc:Choice>
          <mc:Fallback xmlns="">
            <p:pic>
              <p:nvPicPr>
                <p:cNvPr id="193" name="墨迹 192">
                  <a:extLst>
                    <a:ext uri="{FF2B5EF4-FFF2-40B4-BE49-F238E27FC236}">
                      <a16:creationId xmlns:a16="http://schemas.microsoft.com/office/drawing/2014/main" id="{559CFD88-CE53-14FA-B1F2-D35BB7BD61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01486" y="5197573"/>
                  <a:ext cx="52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4" name="墨迹 193">
                  <a:extLst>
                    <a:ext uri="{FF2B5EF4-FFF2-40B4-BE49-F238E27FC236}">
                      <a16:creationId xmlns:a16="http://schemas.microsoft.com/office/drawing/2014/main" id="{B1B27E9F-6710-21DB-8B5D-2C5D81B13A2D}"/>
                    </a:ext>
                  </a:extLst>
                </p14:cNvPr>
                <p14:cNvContentPartPr/>
                <p14:nvPr/>
              </p14:nvContentPartPr>
              <p14:xfrm>
                <a:off x="7227406" y="5184613"/>
                <a:ext cx="360" cy="360"/>
              </p14:xfrm>
            </p:contentPart>
          </mc:Choice>
          <mc:Fallback xmlns="">
            <p:pic>
              <p:nvPicPr>
                <p:cNvPr id="194" name="墨迹 193">
                  <a:extLst>
                    <a:ext uri="{FF2B5EF4-FFF2-40B4-BE49-F238E27FC236}">
                      <a16:creationId xmlns:a16="http://schemas.microsoft.com/office/drawing/2014/main" id="{B1B27E9F-6710-21DB-8B5D-2C5D81B13A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21286" y="51784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525CD39D-08DB-CD36-86CA-811D218942EA}"/>
              </a:ext>
            </a:extLst>
          </p:cNvPr>
          <p:cNvGrpSpPr/>
          <p:nvPr/>
        </p:nvGrpSpPr>
        <p:grpSpPr>
          <a:xfrm>
            <a:off x="9328726" y="3263293"/>
            <a:ext cx="2393280" cy="2354760"/>
            <a:chOff x="9328726" y="3263293"/>
            <a:chExt cx="2393280" cy="23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96" name="墨迹 195">
                  <a:extLst>
                    <a:ext uri="{FF2B5EF4-FFF2-40B4-BE49-F238E27FC236}">
                      <a16:creationId xmlns:a16="http://schemas.microsoft.com/office/drawing/2014/main" id="{2A1919FA-11DE-C71F-455C-0BF03EA47E8C}"/>
                    </a:ext>
                  </a:extLst>
                </p14:cNvPr>
                <p14:cNvContentPartPr/>
                <p14:nvPr/>
              </p14:nvContentPartPr>
              <p14:xfrm>
                <a:off x="9892486" y="4153213"/>
                <a:ext cx="1200960" cy="1335240"/>
              </p14:xfrm>
            </p:contentPart>
          </mc:Choice>
          <mc:Fallback xmlns="">
            <p:pic>
              <p:nvPicPr>
                <p:cNvPr id="196" name="墨迹 195">
                  <a:extLst>
                    <a:ext uri="{FF2B5EF4-FFF2-40B4-BE49-F238E27FC236}">
                      <a16:creationId xmlns:a16="http://schemas.microsoft.com/office/drawing/2014/main" id="{2A1919FA-11DE-C71F-455C-0BF03EA47E8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86366" y="4147093"/>
                  <a:ext cx="1213200" cy="13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97" name="墨迹 196">
                  <a:extLst>
                    <a:ext uri="{FF2B5EF4-FFF2-40B4-BE49-F238E27FC236}">
                      <a16:creationId xmlns:a16="http://schemas.microsoft.com/office/drawing/2014/main" id="{E1E5B34C-7718-AF95-61C9-605460B3B544}"/>
                    </a:ext>
                  </a:extLst>
                </p14:cNvPr>
                <p14:cNvContentPartPr/>
                <p14:nvPr/>
              </p14:nvContentPartPr>
              <p14:xfrm>
                <a:off x="10672606" y="5271733"/>
                <a:ext cx="493560" cy="346320"/>
              </p14:xfrm>
            </p:contentPart>
          </mc:Choice>
          <mc:Fallback xmlns="">
            <p:pic>
              <p:nvPicPr>
                <p:cNvPr id="197" name="墨迹 196">
                  <a:extLst>
                    <a:ext uri="{FF2B5EF4-FFF2-40B4-BE49-F238E27FC236}">
                      <a16:creationId xmlns:a16="http://schemas.microsoft.com/office/drawing/2014/main" id="{E1E5B34C-7718-AF95-61C9-605460B3B54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66486" y="5265613"/>
                  <a:ext cx="5058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98" name="墨迹 197">
                  <a:extLst>
                    <a:ext uri="{FF2B5EF4-FFF2-40B4-BE49-F238E27FC236}">
                      <a16:creationId xmlns:a16="http://schemas.microsoft.com/office/drawing/2014/main" id="{8DCA7CFF-810F-B1F0-A1EA-133F373603BA}"/>
                    </a:ext>
                  </a:extLst>
                </p14:cNvPr>
                <p14:cNvContentPartPr/>
                <p14:nvPr/>
              </p14:nvContentPartPr>
              <p14:xfrm>
                <a:off x="9869086" y="4211533"/>
                <a:ext cx="114840" cy="1262160"/>
              </p14:xfrm>
            </p:contentPart>
          </mc:Choice>
          <mc:Fallback xmlns="">
            <p:pic>
              <p:nvPicPr>
                <p:cNvPr id="198" name="墨迹 197">
                  <a:extLst>
                    <a:ext uri="{FF2B5EF4-FFF2-40B4-BE49-F238E27FC236}">
                      <a16:creationId xmlns:a16="http://schemas.microsoft.com/office/drawing/2014/main" id="{8DCA7CFF-810F-B1F0-A1EA-133F373603B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862966" y="4205413"/>
                  <a:ext cx="127080" cy="12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99" name="墨迹 198">
                  <a:extLst>
                    <a:ext uri="{FF2B5EF4-FFF2-40B4-BE49-F238E27FC236}">
                      <a16:creationId xmlns:a16="http://schemas.microsoft.com/office/drawing/2014/main" id="{DFA64BD2-B230-ED00-7CDD-AEAED2BE4DB4}"/>
                    </a:ext>
                  </a:extLst>
                </p14:cNvPr>
                <p14:cNvContentPartPr/>
                <p14:nvPr/>
              </p14:nvContentPartPr>
              <p14:xfrm>
                <a:off x="9892486" y="5116573"/>
                <a:ext cx="264960" cy="448920"/>
              </p14:xfrm>
            </p:contentPart>
          </mc:Choice>
          <mc:Fallback xmlns="">
            <p:pic>
              <p:nvPicPr>
                <p:cNvPr id="199" name="墨迹 198">
                  <a:extLst>
                    <a:ext uri="{FF2B5EF4-FFF2-40B4-BE49-F238E27FC236}">
                      <a16:creationId xmlns:a16="http://schemas.microsoft.com/office/drawing/2014/main" id="{DFA64BD2-B230-ED00-7CDD-AEAED2BE4DB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886366" y="5110453"/>
                  <a:ext cx="27720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00" name="墨迹 199">
                  <a:extLst>
                    <a:ext uri="{FF2B5EF4-FFF2-40B4-BE49-F238E27FC236}">
                      <a16:creationId xmlns:a16="http://schemas.microsoft.com/office/drawing/2014/main" id="{C2044827-53CE-E4CA-352A-041F9D096E49}"/>
                    </a:ext>
                  </a:extLst>
                </p14:cNvPr>
                <p14:cNvContentPartPr/>
                <p14:nvPr/>
              </p14:nvContentPartPr>
              <p14:xfrm>
                <a:off x="9328726" y="5047093"/>
                <a:ext cx="283680" cy="280080"/>
              </p14:xfrm>
            </p:contentPart>
          </mc:Choice>
          <mc:Fallback xmlns="">
            <p:pic>
              <p:nvPicPr>
                <p:cNvPr id="200" name="墨迹 199">
                  <a:extLst>
                    <a:ext uri="{FF2B5EF4-FFF2-40B4-BE49-F238E27FC236}">
                      <a16:creationId xmlns:a16="http://schemas.microsoft.com/office/drawing/2014/main" id="{C2044827-53CE-E4CA-352A-041F9D096E4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22606" y="5040973"/>
                  <a:ext cx="295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01" name="墨迹 200">
                  <a:extLst>
                    <a:ext uri="{FF2B5EF4-FFF2-40B4-BE49-F238E27FC236}">
                      <a16:creationId xmlns:a16="http://schemas.microsoft.com/office/drawing/2014/main" id="{DE186090-866E-E0F3-30A0-8A90C0042A38}"/>
                    </a:ext>
                  </a:extLst>
                </p14:cNvPr>
                <p14:cNvContentPartPr/>
                <p14:nvPr/>
              </p14:nvContentPartPr>
              <p14:xfrm>
                <a:off x="9508726" y="5063293"/>
                <a:ext cx="289440" cy="160560"/>
              </p14:xfrm>
            </p:contentPart>
          </mc:Choice>
          <mc:Fallback xmlns="">
            <p:pic>
              <p:nvPicPr>
                <p:cNvPr id="201" name="墨迹 200">
                  <a:extLst>
                    <a:ext uri="{FF2B5EF4-FFF2-40B4-BE49-F238E27FC236}">
                      <a16:creationId xmlns:a16="http://schemas.microsoft.com/office/drawing/2014/main" id="{DE186090-866E-E0F3-30A0-8A90C0042A3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502606" y="5057173"/>
                  <a:ext cx="301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02" name="墨迹 201">
                  <a:extLst>
                    <a:ext uri="{FF2B5EF4-FFF2-40B4-BE49-F238E27FC236}">
                      <a16:creationId xmlns:a16="http://schemas.microsoft.com/office/drawing/2014/main" id="{AB278CD4-2614-0F31-0BB4-483477A7AA46}"/>
                    </a:ext>
                  </a:extLst>
                </p14:cNvPr>
                <p14:cNvContentPartPr/>
                <p14:nvPr/>
              </p14:nvContentPartPr>
              <p14:xfrm>
                <a:off x="9853966" y="4176613"/>
                <a:ext cx="1752480" cy="47520"/>
              </p14:xfrm>
            </p:contentPart>
          </mc:Choice>
          <mc:Fallback xmlns="">
            <p:pic>
              <p:nvPicPr>
                <p:cNvPr id="202" name="墨迹 201">
                  <a:extLst>
                    <a:ext uri="{FF2B5EF4-FFF2-40B4-BE49-F238E27FC236}">
                      <a16:creationId xmlns:a16="http://schemas.microsoft.com/office/drawing/2014/main" id="{AB278CD4-2614-0F31-0BB4-483477A7AA4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47846" y="4170493"/>
                  <a:ext cx="1764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03" name="墨迹 202">
                  <a:extLst>
                    <a:ext uri="{FF2B5EF4-FFF2-40B4-BE49-F238E27FC236}">
                      <a16:creationId xmlns:a16="http://schemas.microsoft.com/office/drawing/2014/main" id="{2202F579-3972-74BA-5F2A-3829C8000AD2}"/>
                    </a:ext>
                  </a:extLst>
                </p14:cNvPr>
                <p14:cNvContentPartPr/>
                <p14:nvPr/>
              </p14:nvContentPartPr>
              <p14:xfrm>
                <a:off x="11394766" y="4114693"/>
                <a:ext cx="327240" cy="307800"/>
              </p14:xfrm>
            </p:contentPart>
          </mc:Choice>
          <mc:Fallback xmlns="">
            <p:pic>
              <p:nvPicPr>
                <p:cNvPr id="203" name="墨迹 202">
                  <a:extLst>
                    <a:ext uri="{FF2B5EF4-FFF2-40B4-BE49-F238E27FC236}">
                      <a16:creationId xmlns:a16="http://schemas.microsoft.com/office/drawing/2014/main" id="{2202F579-3972-74BA-5F2A-3829C8000AD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388646" y="4108573"/>
                  <a:ext cx="3394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04" name="墨迹 203">
                  <a:extLst>
                    <a:ext uri="{FF2B5EF4-FFF2-40B4-BE49-F238E27FC236}">
                      <a16:creationId xmlns:a16="http://schemas.microsoft.com/office/drawing/2014/main" id="{65DAD73B-CF7C-0337-9ED4-6CBCE58393EA}"/>
                    </a:ext>
                  </a:extLst>
                </p14:cNvPr>
                <p14:cNvContentPartPr/>
                <p14:nvPr/>
              </p14:nvContentPartPr>
              <p14:xfrm>
                <a:off x="11322766" y="4581253"/>
                <a:ext cx="375480" cy="303840"/>
              </p14:xfrm>
            </p:contentPart>
          </mc:Choice>
          <mc:Fallback xmlns="">
            <p:pic>
              <p:nvPicPr>
                <p:cNvPr id="204" name="墨迹 203">
                  <a:extLst>
                    <a:ext uri="{FF2B5EF4-FFF2-40B4-BE49-F238E27FC236}">
                      <a16:creationId xmlns:a16="http://schemas.microsoft.com/office/drawing/2014/main" id="{65DAD73B-CF7C-0337-9ED4-6CBCE58393E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316646" y="4575133"/>
                  <a:ext cx="3877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05" name="墨迹 204">
                  <a:extLst>
                    <a:ext uri="{FF2B5EF4-FFF2-40B4-BE49-F238E27FC236}">
                      <a16:creationId xmlns:a16="http://schemas.microsoft.com/office/drawing/2014/main" id="{325ADAF9-1B29-47DF-F445-67C52B0AA0A7}"/>
                    </a:ext>
                  </a:extLst>
                </p14:cNvPr>
                <p14:cNvContentPartPr/>
                <p14:nvPr/>
              </p14:nvContentPartPr>
              <p14:xfrm>
                <a:off x="11245366" y="4581613"/>
                <a:ext cx="456840" cy="352800"/>
              </p14:xfrm>
            </p:contentPart>
          </mc:Choice>
          <mc:Fallback xmlns="">
            <p:pic>
              <p:nvPicPr>
                <p:cNvPr id="205" name="墨迹 204">
                  <a:extLst>
                    <a:ext uri="{FF2B5EF4-FFF2-40B4-BE49-F238E27FC236}">
                      <a16:creationId xmlns:a16="http://schemas.microsoft.com/office/drawing/2014/main" id="{325ADAF9-1B29-47DF-F445-67C52B0AA0A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239246" y="4575493"/>
                  <a:ext cx="4690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06" name="墨迹 205">
                  <a:extLst>
                    <a:ext uri="{FF2B5EF4-FFF2-40B4-BE49-F238E27FC236}">
                      <a16:creationId xmlns:a16="http://schemas.microsoft.com/office/drawing/2014/main" id="{9DF69339-EA22-AA76-8DF0-88DB8EAD995B}"/>
                    </a:ext>
                  </a:extLst>
                </p14:cNvPr>
                <p14:cNvContentPartPr/>
                <p14:nvPr/>
              </p14:nvContentPartPr>
              <p14:xfrm>
                <a:off x="9912286" y="3564613"/>
                <a:ext cx="562680" cy="618480"/>
              </p14:xfrm>
            </p:contentPart>
          </mc:Choice>
          <mc:Fallback xmlns="">
            <p:pic>
              <p:nvPicPr>
                <p:cNvPr id="206" name="墨迹 205">
                  <a:extLst>
                    <a:ext uri="{FF2B5EF4-FFF2-40B4-BE49-F238E27FC236}">
                      <a16:creationId xmlns:a16="http://schemas.microsoft.com/office/drawing/2014/main" id="{9DF69339-EA22-AA76-8DF0-88DB8EAD995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906166" y="3558493"/>
                  <a:ext cx="57492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07" name="墨迹 206">
                  <a:extLst>
                    <a:ext uri="{FF2B5EF4-FFF2-40B4-BE49-F238E27FC236}">
                      <a16:creationId xmlns:a16="http://schemas.microsoft.com/office/drawing/2014/main" id="{B686F437-3AE2-00BB-7D90-0BF02B1190E4}"/>
                    </a:ext>
                  </a:extLst>
                </p14:cNvPr>
                <p14:cNvContentPartPr/>
                <p14:nvPr/>
              </p14:nvContentPartPr>
              <p14:xfrm>
                <a:off x="10320886" y="3511333"/>
                <a:ext cx="267120" cy="333360"/>
              </p14:xfrm>
            </p:contentPart>
          </mc:Choice>
          <mc:Fallback xmlns="">
            <p:pic>
              <p:nvPicPr>
                <p:cNvPr id="207" name="墨迹 206">
                  <a:extLst>
                    <a:ext uri="{FF2B5EF4-FFF2-40B4-BE49-F238E27FC236}">
                      <a16:creationId xmlns:a16="http://schemas.microsoft.com/office/drawing/2014/main" id="{B686F437-3AE2-00BB-7D90-0BF02B1190E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314766" y="3505213"/>
                  <a:ext cx="2793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08" name="墨迹 207">
                  <a:extLst>
                    <a:ext uri="{FF2B5EF4-FFF2-40B4-BE49-F238E27FC236}">
                      <a16:creationId xmlns:a16="http://schemas.microsoft.com/office/drawing/2014/main" id="{8C5DC4B2-2EB5-2967-0BFA-D76A068A8CA7}"/>
                    </a:ext>
                  </a:extLst>
                </p14:cNvPr>
                <p14:cNvContentPartPr/>
                <p14:nvPr/>
              </p14:nvContentPartPr>
              <p14:xfrm>
                <a:off x="10623286" y="3263293"/>
                <a:ext cx="223560" cy="607320"/>
              </p14:xfrm>
            </p:contentPart>
          </mc:Choice>
          <mc:Fallback xmlns="">
            <p:pic>
              <p:nvPicPr>
                <p:cNvPr id="208" name="墨迹 207">
                  <a:extLst>
                    <a:ext uri="{FF2B5EF4-FFF2-40B4-BE49-F238E27FC236}">
                      <a16:creationId xmlns:a16="http://schemas.microsoft.com/office/drawing/2014/main" id="{8C5DC4B2-2EB5-2967-0BFA-D76A068A8CA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17166" y="3257173"/>
                  <a:ext cx="235800" cy="61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F98B250D-2DE2-0245-6A2C-6EFD4D9FCC84}"/>
                  </a:ext>
                </a:extLst>
              </p14:cNvPr>
              <p14:cNvContentPartPr/>
              <p14:nvPr/>
            </p14:nvContentPartPr>
            <p14:xfrm>
              <a:off x="815806" y="651493"/>
              <a:ext cx="1033560" cy="789840"/>
            </p14:xfrm>
          </p:contentPart>
        </mc:Choice>
        <mc:Fallback xmlns=""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F98B250D-2DE2-0245-6A2C-6EFD4D9FCC8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09686" y="645373"/>
                <a:ext cx="1045800" cy="80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17B68241-D4FB-3D9D-CBEC-ABC33F9DFD74}"/>
              </a:ext>
            </a:extLst>
          </p:cNvPr>
          <p:cNvGrpSpPr/>
          <p:nvPr/>
        </p:nvGrpSpPr>
        <p:grpSpPr>
          <a:xfrm>
            <a:off x="9608086" y="1147573"/>
            <a:ext cx="722880" cy="1535040"/>
            <a:chOff x="9608086" y="1147573"/>
            <a:chExt cx="722880" cy="15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1FD28712-EB02-8B7A-9389-3474C1DF476C}"/>
                    </a:ext>
                  </a:extLst>
                </p14:cNvPr>
                <p14:cNvContentPartPr/>
                <p14:nvPr/>
              </p14:nvContentPartPr>
              <p14:xfrm>
                <a:off x="9608086" y="1147573"/>
                <a:ext cx="513000" cy="1101240"/>
              </p14:xfrm>
            </p:contentPart>
          </mc:Choice>
          <mc:Fallback xmlns=""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1FD28712-EB02-8B7A-9389-3474C1DF476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601966" y="1141453"/>
                  <a:ext cx="525240" cy="11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43" name="墨迹 142">
                  <a:extLst>
                    <a:ext uri="{FF2B5EF4-FFF2-40B4-BE49-F238E27FC236}">
                      <a16:creationId xmlns:a16="http://schemas.microsoft.com/office/drawing/2014/main" id="{7A54CCE3-12F7-46BC-EC01-455415351A5A}"/>
                    </a:ext>
                  </a:extLst>
                </p14:cNvPr>
                <p14:cNvContentPartPr/>
                <p14:nvPr/>
              </p14:nvContentPartPr>
              <p14:xfrm>
                <a:off x="9812206" y="1828333"/>
                <a:ext cx="441000" cy="854280"/>
              </p14:xfrm>
            </p:contentPart>
          </mc:Choice>
          <mc:Fallback xmlns="">
            <p:pic>
              <p:nvPicPr>
                <p:cNvPr id="143" name="墨迹 142">
                  <a:extLst>
                    <a:ext uri="{FF2B5EF4-FFF2-40B4-BE49-F238E27FC236}">
                      <a16:creationId xmlns:a16="http://schemas.microsoft.com/office/drawing/2014/main" id="{7A54CCE3-12F7-46BC-EC01-455415351A5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806086" y="1822213"/>
                  <a:ext cx="45324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4" name="墨迹 143">
                  <a:extLst>
                    <a:ext uri="{FF2B5EF4-FFF2-40B4-BE49-F238E27FC236}">
                      <a16:creationId xmlns:a16="http://schemas.microsoft.com/office/drawing/2014/main" id="{B3ED18B7-360F-B3F0-B235-6967D330812B}"/>
                    </a:ext>
                  </a:extLst>
                </p14:cNvPr>
                <p14:cNvContentPartPr/>
                <p14:nvPr/>
              </p14:nvContentPartPr>
              <p14:xfrm>
                <a:off x="10106686" y="1739413"/>
                <a:ext cx="66960" cy="21240"/>
              </p14:xfrm>
            </p:contentPart>
          </mc:Choice>
          <mc:Fallback xmlns="">
            <p:pic>
              <p:nvPicPr>
                <p:cNvPr id="144" name="墨迹 143">
                  <a:extLst>
                    <a:ext uri="{FF2B5EF4-FFF2-40B4-BE49-F238E27FC236}">
                      <a16:creationId xmlns:a16="http://schemas.microsoft.com/office/drawing/2014/main" id="{B3ED18B7-360F-B3F0-B235-6967D330812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00566" y="1733293"/>
                  <a:ext cx="79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12" name="墨迹 211">
                  <a:extLst>
                    <a:ext uri="{FF2B5EF4-FFF2-40B4-BE49-F238E27FC236}">
                      <a16:creationId xmlns:a16="http://schemas.microsoft.com/office/drawing/2014/main" id="{EFF80AD0-C75E-6C1E-4045-8B4C74C57A3E}"/>
                    </a:ext>
                  </a:extLst>
                </p14:cNvPr>
                <p14:cNvContentPartPr/>
                <p14:nvPr/>
              </p14:nvContentPartPr>
              <p14:xfrm>
                <a:off x="10330606" y="1876933"/>
                <a:ext cx="360" cy="360"/>
              </p14:xfrm>
            </p:contentPart>
          </mc:Choice>
          <mc:Fallback xmlns="">
            <p:pic>
              <p:nvPicPr>
                <p:cNvPr id="212" name="墨迹 211">
                  <a:extLst>
                    <a:ext uri="{FF2B5EF4-FFF2-40B4-BE49-F238E27FC236}">
                      <a16:creationId xmlns:a16="http://schemas.microsoft.com/office/drawing/2014/main" id="{EFF80AD0-C75E-6C1E-4045-8B4C74C57A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24486" y="18708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32756D09-AD70-5A63-2699-0695720E4C9F}"/>
              </a:ext>
            </a:extLst>
          </p:cNvPr>
          <p:cNvGrpSpPr/>
          <p:nvPr/>
        </p:nvGrpSpPr>
        <p:grpSpPr>
          <a:xfrm>
            <a:off x="602686" y="398413"/>
            <a:ext cx="1414080" cy="1540440"/>
            <a:chOff x="602686" y="398413"/>
            <a:chExt cx="1414080" cy="154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9" name="墨迹 148">
                  <a:extLst>
                    <a:ext uri="{FF2B5EF4-FFF2-40B4-BE49-F238E27FC236}">
                      <a16:creationId xmlns:a16="http://schemas.microsoft.com/office/drawing/2014/main" id="{B328A18B-7D51-A2DF-19FA-4A30CE049F7C}"/>
                    </a:ext>
                  </a:extLst>
                </p14:cNvPr>
                <p14:cNvContentPartPr/>
                <p14:nvPr/>
              </p14:nvContentPartPr>
              <p14:xfrm>
                <a:off x="602686" y="398413"/>
                <a:ext cx="1176840" cy="1253160"/>
              </p14:xfrm>
            </p:contentPart>
          </mc:Choice>
          <mc:Fallback xmlns="">
            <p:pic>
              <p:nvPicPr>
                <p:cNvPr id="149" name="墨迹 148">
                  <a:extLst>
                    <a:ext uri="{FF2B5EF4-FFF2-40B4-BE49-F238E27FC236}">
                      <a16:creationId xmlns:a16="http://schemas.microsoft.com/office/drawing/2014/main" id="{B328A18B-7D51-A2DF-19FA-4A30CE049F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6566" y="392293"/>
                  <a:ext cx="1189080" cy="12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0" name="墨迹 149">
                  <a:extLst>
                    <a:ext uri="{FF2B5EF4-FFF2-40B4-BE49-F238E27FC236}">
                      <a16:creationId xmlns:a16="http://schemas.microsoft.com/office/drawing/2014/main" id="{37B67E33-0FB4-0DA8-9023-C32E76CF01D4}"/>
                    </a:ext>
                  </a:extLst>
                </p14:cNvPr>
                <p14:cNvContentPartPr/>
                <p14:nvPr/>
              </p14:nvContentPartPr>
              <p14:xfrm>
                <a:off x="1648486" y="1351693"/>
                <a:ext cx="216360" cy="344160"/>
              </p14:xfrm>
            </p:contentPart>
          </mc:Choice>
          <mc:Fallback xmlns="">
            <p:pic>
              <p:nvPicPr>
                <p:cNvPr id="150" name="墨迹 149">
                  <a:extLst>
                    <a:ext uri="{FF2B5EF4-FFF2-40B4-BE49-F238E27FC236}">
                      <a16:creationId xmlns:a16="http://schemas.microsoft.com/office/drawing/2014/main" id="{37B67E33-0FB4-0DA8-9023-C32E76CF01D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42366" y="1345573"/>
                  <a:ext cx="2286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4" name="墨迹 153">
                  <a:extLst>
                    <a:ext uri="{FF2B5EF4-FFF2-40B4-BE49-F238E27FC236}">
                      <a16:creationId xmlns:a16="http://schemas.microsoft.com/office/drawing/2014/main" id="{62F4B319-8148-7922-F2B9-93F3D1C50843}"/>
                    </a:ext>
                  </a:extLst>
                </p14:cNvPr>
                <p14:cNvContentPartPr/>
                <p14:nvPr/>
              </p14:nvContentPartPr>
              <p14:xfrm>
                <a:off x="632206" y="437653"/>
                <a:ext cx="1281600" cy="1279440"/>
              </p14:xfrm>
            </p:contentPart>
          </mc:Choice>
          <mc:Fallback xmlns="">
            <p:pic>
              <p:nvPicPr>
                <p:cNvPr id="154" name="墨迹 153">
                  <a:extLst>
                    <a:ext uri="{FF2B5EF4-FFF2-40B4-BE49-F238E27FC236}">
                      <a16:creationId xmlns:a16="http://schemas.microsoft.com/office/drawing/2014/main" id="{62F4B319-8148-7922-F2B9-93F3D1C5084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6086" y="431533"/>
                  <a:ext cx="1293840" cy="12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5" name="墨迹 154">
                  <a:extLst>
                    <a:ext uri="{FF2B5EF4-FFF2-40B4-BE49-F238E27FC236}">
                      <a16:creationId xmlns:a16="http://schemas.microsoft.com/office/drawing/2014/main" id="{D34C6089-6297-F1F9-719A-746FC5809009}"/>
                    </a:ext>
                  </a:extLst>
                </p14:cNvPr>
                <p14:cNvContentPartPr/>
                <p14:nvPr/>
              </p14:nvContentPartPr>
              <p14:xfrm>
                <a:off x="1432486" y="1371493"/>
                <a:ext cx="584280" cy="404640"/>
              </p14:xfrm>
            </p:contentPart>
          </mc:Choice>
          <mc:Fallback xmlns="">
            <p:pic>
              <p:nvPicPr>
                <p:cNvPr id="155" name="墨迹 154">
                  <a:extLst>
                    <a:ext uri="{FF2B5EF4-FFF2-40B4-BE49-F238E27FC236}">
                      <a16:creationId xmlns:a16="http://schemas.microsoft.com/office/drawing/2014/main" id="{D34C6089-6297-F1F9-719A-746FC580900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26366" y="1365373"/>
                  <a:ext cx="5965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14" name="墨迹 213">
                  <a:extLst>
                    <a:ext uri="{FF2B5EF4-FFF2-40B4-BE49-F238E27FC236}">
                      <a16:creationId xmlns:a16="http://schemas.microsoft.com/office/drawing/2014/main" id="{35AA08DA-AF7D-B9B8-21A7-6F31B9E2755A}"/>
                    </a:ext>
                  </a:extLst>
                </p14:cNvPr>
                <p14:cNvContentPartPr/>
                <p14:nvPr/>
              </p14:nvContentPartPr>
              <p14:xfrm>
                <a:off x="661006" y="660853"/>
                <a:ext cx="843840" cy="1094040"/>
              </p14:xfrm>
            </p:contentPart>
          </mc:Choice>
          <mc:Fallback xmlns="">
            <p:pic>
              <p:nvPicPr>
                <p:cNvPr id="214" name="墨迹 213">
                  <a:extLst>
                    <a:ext uri="{FF2B5EF4-FFF2-40B4-BE49-F238E27FC236}">
                      <a16:creationId xmlns:a16="http://schemas.microsoft.com/office/drawing/2014/main" id="{35AA08DA-AF7D-B9B8-21A7-6F31B9E2755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4886" y="654733"/>
                  <a:ext cx="856080" cy="11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15" name="墨迹 214">
                  <a:extLst>
                    <a:ext uri="{FF2B5EF4-FFF2-40B4-BE49-F238E27FC236}">
                      <a16:creationId xmlns:a16="http://schemas.microsoft.com/office/drawing/2014/main" id="{BB8B2E7D-88E7-1324-8A26-CBEE4A332228}"/>
                    </a:ext>
                  </a:extLst>
                </p14:cNvPr>
                <p14:cNvContentPartPr/>
                <p14:nvPr/>
              </p14:nvContentPartPr>
              <p14:xfrm>
                <a:off x="1111006" y="1303093"/>
                <a:ext cx="719280" cy="635760"/>
              </p14:xfrm>
            </p:contentPart>
          </mc:Choice>
          <mc:Fallback xmlns="">
            <p:pic>
              <p:nvPicPr>
                <p:cNvPr id="215" name="墨迹 214">
                  <a:extLst>
                    <a:ext uri="{FF2B5EF4-FFF2-40B4-BE49-F238E27FC236}">
                      <a16:creationId xmlns:a16="http://schemas.microsoft.com/office/drawing/2014/main" id="{BB8B2E7D-88E7-1324-8A26-CBEE4A33222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04886" y="1296973"/>
                  <a:ext cx="73152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17" name="墨迹 216">
                  <a:extLst>
                    <a:ext uri="{FF2B5EF4-FFF2-40B4-BE49-F238E27FC236}">
                      <a16:creationId xmlns:a16="http://schemas.microsoft.com/office/drawing/2014/main" id="{393F32ED-663A-3871-CFB2-CED349F0A448}"/>
                    </a:ext>
                  </a:extLst>
                </p14:cNvPr>
                <p14:cNvContentPartPr/>
                <p14:nvPr/>
              </p14:nvContentPartPr>
              <p14:xfrm>
                <a:off x="1087606" y="875053"/>
                <a:ext cx="133920" cy="271080"/>
              </p14:xfrm>
            </p:contentPart>
          </mc:Choice>
          <mc:Fallback xmlns="">
            <p:pic>
              <p:nvPicPr>
                <p:cNvPr id="217" name="墨迹 216">
                  <a:extLst>
                    <a:ext uri="{FF2B5EF4-FFF2-40B4-BE49-F238E27FC236}">
                      <a16:creationId xmlns:a16="http://schemas.microsoft.com/office/drawing/2014/main" id="{393F32ED-663A-3871-CFB2-CED349F0A44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1486" y="868933"/>
                  <a:ext cx="146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18" name="墨迹 217">
                  <a:extLst>
                    <a:ext uri="{FF2B5EF4-FFF2-40B4-BE49-F238E27FC236}">
                      <a16:creationId xmlns:a16="http://schemas.microsoft.com/office/drawing/2014/main" id="{D0881229-E3C5-70A8-B885-D7A75F2F21D9}"/>
                    </a:ext>
                  </a:extLst>
                </p14:cNvPr>
                <p14:cNvContentPartPr/>
                <p14:nvPr/>
              </p14:nvContentPartPr>
              <p14:xfrm>
                <a:off x="989686" y="1050013"/>
                <a:ext cx="294120" cy="380520"/>
              </p14:xfrm>
            </p:contentPart>
          </mc:Choice>
          <mc:Fallback xmlns="">
            <p:pic>
              <p:nvPicPr>
                <p:cNvPr id="218" name="墨迹 217">
                  <a:extLst>
                    <a:ext uri="{FF2B5EF4-FFF2-40B4-BE49-F238E27FC236}">
                      <a16:creationId xmlns:a16="http://schemas.microsoft.com/office/drawing/2014/main" id="{D0881229-E3C5-70A8-B885-D7A75F2F21D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83566" y="1043893"/>
                  <a:ext cx="3063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19" name="墨迹 218">
                  <a:extLst>
                    <a:ext uri="{FF2B5EF4-FFF2-40B4-BE49-F238E27FC236}">
                      <a16:creationId xmlns:a16="http://schemas.microsoft.com/office/drawing/2014/main" id="{E8215DEE-BDC8-B705-A90E-A0500DAEDB17}"/>
                    </a:ext>
                  </a:extLst>
                </p14:cNvPr>
                <p14:cNvContentPartPr/>
                <p14:nvPr/>
              </p14:nvContentPartPr>
              <p14:xfrm>
                <a:off x="1108486" y="1017253"/>
                <a:ext cx="29880" cy="14040"/>
              </p14:xfrm>
            </p:contentPart>
          </mc:Choice>
          <mc:Fallback xmlns="">
            <p:pic>
              <p:nvPicPr>
                <p:cNvPr id="219" name="墨迹 218">
                  <a:extLst>
                    <a:ext uri="{FF2B5EF4-FFF2-40B4-BE49-F238E27FC236}">
                      <a16:creationId xmlns:a16="http://schemas.microsoft.com/office/drawing/2014/main" id="{E8215DEE-BDC8-B705-A90E-A0500DAEDB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02366" y="1011133"/>
                  <a:ext cx="4212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8D5D477D-65C0-7FC0-FF20-D04F75E5E3F6}"/>
                  </a:ext>
                </a:extLst>
              </p14:cNvPr>
              <p14:cNvContentPartPr/>
              <p14:nvPr/>
            </p14:nvContentPartPr>
            <p14:xfrm>
              <a:off x="4871926" y="1650133"/>
              <a:ext cx="808920" cy="707760"/>
            </p14:xfrm>
          </p:contentPart>
        </mc:Choice>
        <mc:Fallback xmlns=""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8D5D477D-65C0-7FC0-FF20-D04F75E5E3F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865806" y="1644013"/>
                <a:ext cx="82116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46" name="墨迹 245">
                <a:extLst>
                  <a:ext uri="{FF2B5EF4-FFF2-40B4-BE49-F238E27FC236}">
                    <a16:creationId xmlns:a16="http://schemas.microsoft.com/office/drawing/2014/main" id="{4E4F6A2C-1D15-A655-728D-CDA2D1650430}"/>
                  </a:ext>
                </a:extLst>
              </p14:cNvPr>
              <p14:cNvContentPartPr/>
              <p14:nvPr/>
            </p14:nvContentPartPr>
            <p14:xfrm>
              <a:off x="2516691" y="5779535"/>
              <a:ext cx="181440" cy="482040"/>
            </p14:xfrm>
          </p:contentPart>
        </mc:Choice>
        <mc:Fallback xmlns="">
          <p:pic>
            <p:nvPicPr>
              <p:cNvPr id="246" name="墨迹 245">
                <a:extLst>
                  <a:ext uri="{FF2B5EF4-FFF2-40B4-BE49-F238E27FC236}">
                    <a16:creationId xmlns:a16="http://schemas.microsoft.com/office/drawing/2014/main" id="{4E4F6A2C-1D15-A655-728D-CDA2D165043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510571" y="5773415"/>
                <a:ext cx="193680" cy="49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E5432A27-ACB7-9E1D-F7B8-0A8F71CE435B}"/>
              </a:ext>
            </a:extLst>
          </p:cNvPr>
          <p:cNvGrpSpPr/>
          <p:nvPr/>
        </p:nvGrpSpPr>
        <p:grpSpPr>
          <a:xfrm>
            <a:off x="29811" y="3977735"/>
            <a:ext cx="3036240" cy="1528200"/>
            <a:chOff x="29811" y="3977735"/>
            <a:chExt cx="3036240" cy="15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44" name="墨迹 243">
                  <a:extLst>
                    <a:ext uri="{FF2B5EF4-FFF2-40B4-BE49-F238E27FC236}">
                      <a16:creationId xmlns:a16="http://schemas.microsoft.com/office/drawing/2014/main" id="{952825CE-34EA-7CE5-423F-B2F475E119D0}"/>
                    </a:ext>
                  </a:extLst>
                </p14:cNvPr>
                <p14:cNvContentPartPr/>
                <p14:nvPr/>
              </p14:nvContentPartPr>
              <p14:xfrm>
                <a:off x="220971" y="4581815"/>
                <a:ext cx="406080" cy="809640"/>
              </p14:xfrm>
            </p:contentPart>
          </mc:Choice>
          <mc:Fallback xmlns="">
            <p:pic>
              <p:nvPicPr>
                <p:cNvPr id="244" name="墨迹 243">
                  <a:extLst>
                    <a:ext uri="{FF2B5EF4-FFF2-40B4-BE49-F238E27FC236}">
                      <a16:creationId xmlns:a16="http://schemas.microsoft.com/office/drawing/2014/main" id="{952825CE-34EA-7CE5-423F-B2F475E119D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4851" y="4575695"/>
                  <a:ext cx="418320" cy="8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45" name="墨迹 244">
                  <a:extLst>
                    <a:ext uri="{FF2B5EF4-FFF2-40B4-BE49-F238E27FC236}">
                      <a16:creationId xmlns:a16="http://schemas.microsoft.com/office/drawing/2014/main" id="{2A195376-6E4E-78DB-D458-9E77E5409019}"/>
                    </a:ext>
                  </a:extLst>
                </p14:cNvPr>
                <p14:cNvContentPartPr/>
                <p14:nvPr/>
              </p14:nvContentPartPr>
              <p14:xfrm>
                <a:off x="2067771" y="4856495"/>
                <a:ext cx="852840" cy="649440"/>
              </p14:xfrm>
            </p:contentPart>
          </mc:Choice>
          <mc:Fallback xmlns="">
            <p:pic>
              <p:nvPicPr>
                <p:cNvPr id="245" name="墨迹 244">
                  <a:extLst>
                    <a:ext uri="{FF2B5EF4-FFF2-40B4-BE49-F238E27FC236}">
                      <a16:creationId xmlns:a16="http://schemas.microsoft.com/office/drawing/2014/main" id="{2A195376-6E4E-78DB-D458-9E77E540901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61651" y="4850375"/>
                  <a:ext cx="86508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48" name="墨迹 247">
                  <a:extLst>
                    <a:ext uri="{FF2B5EF4-FFF2-40B4-BE49-F238E27FC236}">
                      <a16:creationId xmlns:a16="http://schemas.microsoft.com/office/drawing/2014/main" id="{0528BE58-D586-BB58-4A41-EA2BA3615DA8}"/>
                    </a:ext>
                  </a:extLst>
                </p14:cNvPr>
                <p14:cNvContentPartPr/>
                <p14:nvPr/>
              </p14:nvContentPartPr>
              <p14:xfrm>
                <a:off x="1953651" y="4827695"/>
                <a:ext cx="1112400" cy="600480"/>
              </p14:xfrm>
            </p:contentPart>
          </mc:Choice>
          <mc:Fallback xmlns="">
            <p:pic>
              <p:nvPicPr>
                <p:cNvPr id="248" name="墨迹 247">
                  <a:extLst>
                    <a:ext uri="{FF2B5EF4-FFF2-40B4-BE49-F238E27FC236}">
                      <a16:creationId xmlns:a16="http://schemas.microsoft.com/office/drawing/2014/main" id="{0528BE58-D586-BB58-4A41-EA2BA3615D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47531" y="4821575"/>
                  <a:ext cx="112464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49" name="墨迹 248">
                  <a:extLst>
                    <a:ext uri="{FF2B5EF4-FFF2-40B4-BE49-F238E27FC236}">
                      <a16:creationId xmlns:a16="http://schemas.microsoft.com/office/drawing/2014/main" id="{3F2FF6C3-46A4-7C4F-A9B9-44B5E38994E0}"/>
                    </a:ext>
                  </a:extLst>
                </p14:cNvPr>
                <p14:cNvContentPartPr/>
                <p14:nvPr/>
              </p14:nvContentPartPr>
              <p14:xfrm>
                <a:off x="1470891" y="4919135"/>
                <a:ext cx="507960" cy="581040"/>
              </p14:xfrm>
            </p:contentPart>
          </mc:Choice>
          <mc:Fallback xmlns="">
            <p:pic>
              <p:nvPicPr>
                <p:cNvPr id="249" name="墨迹 248">
                  <a:extLst>
                    <a:ext uri="{FF2B5EF4-FFF2-40B4-BE49-F238E27FC236}">
                      <a16:creationId xmlns:a16="http://schemas.microsoft.com/office/drawing/2014/main" id="{3F2FF6C3-46A4-7C4F-A9B9-44B5E38994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64771" y="4913015"/>
                  <a:ext cx="52020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51" name="墨迹 250">
                  <a:extLst>
                    <a:ext uri="{FF2B5EF4-FFF2-40B4-BE49-F238E27FC236}">
                      <a16:creationId xmlns:a16="http://schemas.microsoft.com/office/drawing/2014/main" id="{4DE3ED9A-9B14-499A-1398-DF14F4FEC6CC}"/>
                    </a:ext>
                  </a:extLst>
                </p14:cNvPr>
                <p14:cNvContentPartPr/>
                <p14:nvPr/>
              </p14:nvContentPartPr>
              <p14:xfrm>
                <a:off x="687891" y="4006895"/>
                <a:ext cx="1802160" cy="709920"/>
              </p14:xfrm>
            </p:contentPart>
          </mc:Choice>
          <mc:Fallback xmlns="">
            <p:pic>
              <p:nvPicPr>
                <p:cNvPr id="251" name="墨迹 250">
                  <a:extLst>
                    <a:ext uri="{FF2B5EF4-FFF2-40B4-BE49-F238E27FC236}">
                      <a16:creationId xmlns:a16="http://schemas.microsoft.com/office/drawing/2014/main" id="{4DE3ED9A-9B14-499A-1398-DF14F4FEC6C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1771" y="4000775"/>
                  <a:ext cx="181440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52" name="墨迹 251">
                  <a:extLst>
                    <a:ext uri="{FF2B5EF4-FFF2-40B4-BE49-F238E27FC236}">
                      <a16:creationId xmlns:a16="http://schemas.microsoft.com/office/drawing/2014/main" id="{B6E094BA-8EB3-8D71-3D56-D4A112B2BCB6}"/>
                    </a:ext>
                  </a:extLst>
                </p14:cNvPr>
                <p14:cNvContentPartPr/>
                <p14:nvPr/>
              </p14:nvContentPartPr>
              <p14:xfrm>
                <a:off x="29811" y="3977735"/>
                <a:ext cx="82800" cy="462960"/>
              </p14:xfrm>
            </p:contentPart>
          </mc:Choice>
          <mc:Fallback xmlns="">
            <p:pic>
              <p:nvPicPr>
                <p:cNvPr id="252" name="墨迹 251">
                  <a:extLst>
                    <a:ext uri="{FF2B5EF4-FFF2-40B4-BE49-F238E27FC236}">
                      <a16:creationId xmlns:a16="http://schemas.microsoft.com/office/drawing/2014/main" id="{B6E094BA-8EB3-8D71-3D56-D4A112B2BCB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691" y="3971615"/>
                  <a:ext cx="950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53" name="墨迹 252">
                  <a:extLst>
                    <a:ext uri="{FF2B5EF4-FFF2-40B4-BE49-F238E27FC236}">
                      <a16:creationId xmlns:a16="http://schemas.microsoft.com/office/drawing/2014/main" id="{305B30DC-5262-3FDB-BFB6-8883369CB498}"/>
                    </a:ext>
                  </a:extLst>
                </p14:cNvPr>
                <p14:cNvContentPartPr/>
                <p14:nvPr/>
              </p14:nvContentPartPr>
              <p14:xfrm>
                <a:off x="101811" y="4218935"/>
                <a:ext cx="126360" cy="130320"/>
              </p14:xfrm>
            </p:contentPart>
          </mc:Choice>
          <mc:Fallback xmlns="">
            <p:pic>
              <p:nvPicPr>
                <p:cNvPr id="253" name="墨迹 252">
                  <a:extLst>
                    <a:ext uri="{FF2B5EF4-FFF2-40B4-BE49-F238E27FC236}">
                      <a16:creationId xmlns:a16="http://schemas.microsoft.com/office/drawing/2014/main" id="{305B30DC-5262-3FDB-BFB6-8883369CB49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691" y="4212815"/>
                  <a:ext cx="138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4" name="墨迹 253">
                  <a:extLst>
                    <a:ext uri="{FF2B5EF4-FFF2-40B4-BE49-F238E27FC236}">
                      <a16:creationId xmlns:a16="http://schemas.microsoft.com/office/drawing/2014/main" id="{8F2D6077-2D5C-CCA4-5AFE-4429EBACB833}"/>
                    </a:ext>
                  </a:extLst>
                </p14:cNvPr>
                <p14:cNvContentPartPr/>
                <p14:nvPr/>
              </p14:nvContentPartPr>
              <p14:xfrm>
                <a:off x="284691" y="4131455"/>
                <a:ext cx="186840" cy="410040"/>
              </p14:xfrm>
            </p:contentPart>
          </mc:Choice>
          <mc:Fallback xmlns="">
            <p:pic>
              <p:nvPicPr>
                <p:cNvPr id="254" name="墨迹 253">
                  <a:extLst>
                    <a:ext uri="{FF2B5EF4-FFF2-40B4-BE49-F238E27FC236}">
                      <a16:creationId xmlns:a16="http://schemas.microsoft.com/office/drawing/2014/main" id="{8F2D6077-2D5C-CCA4-5AFE-4429EBACB83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78571" y="4125335"/>
                  <a:ext cx="199080" cy="42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2346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15F121-5BB2-62CF-F5F6-1E77C4A9E85E}"/>
              </a:ext>
            </a:extLst>
          </p:cNvPr>
          <p:cNvSpPr/>
          <p:nvPr/>
        </p:nvSpPr>
        <p:spPr>
          <a:xfrm>
            <a:off x="1916349" y="1070043"/>
            <a:ext cx="2840477" cy="632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前端：</a:t>
            </a:r>
            <a:r>
              <a:rPr lang="en-US" altLang="zh-CN" dirty="0" err="1"/>
              <a:t>zhuzhaoGUI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912BE1-C327-FF37-302C-B5832D55EFE1}"/>
              </a:ext>
            </a:extLst>
          </p:cNvPr>
          <p:cNvSpPr/>
          <p:nvPr/>
        </p:nvSpPr>
        <p:spPr>
          <a:xfrm>
            <a:off x="4173167" y="2350851"/>
            <a:ext cx="2840477" cy="63229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后端算法库：</a:t>
            </a:r>
            <a:r>
              <a:rPr lang="en-US" altLang="zh-CN" dirty="0" err="1"/>
              <a:t>PhotometricStereo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451262-FCC2-523D-8CBE-E74E76C36EA2}"/>
              </a:ext>
            </a:extLst>
          </p:cNvPr>
          <p:cNvSpPr/>
          <p:nvPr/>
        </p:nvSpPr>
        <p:spPr>
          <a:xfrm>
            <a:off x="424776" y="2350851"/>
            <a:ext cx="2840477" cy="63229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Opencv4.5.5</a:t>
            </a:r>
            <a:r>
              <a:rPr lang="zh-CN" altLang="en-US" dirty="0"/>
              <a:t>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45F5CA-2C16-FFD9-95A7-EED0EFB3C726}"/>
              </a:ext>
            </a:extLst>
          </p:cNvPr>
          <p:cNvSpPr/>
          <p:nvPr/>
        </p:nvSpPr>
        <p:spPr>
          <a:xfrm>
            <a:off x="4173166" y="3558704"/>
            <a:ext cx="2840477" cy="63229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Opencv4.5.5</a:t>
            </a:r>
            <a:r>
              <a:rPr lang="zh-CN" altLang="en-US" dirty="0"/>
              <a:t>库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A2B96054-7359-239D-ECFD-EAB87618135E}"/>
              </a:ext>
            </a:extLst>
          </p:cNvPr>
          <p:cNvCxnSpPr>
            <a:stCxn id="6" idx="0"/>
            <a:endCxn id="2" idx="2"/>
          </p:cNvCxnSpPr>
          <p:nvPr/>
        </p:nvCxnSpPr>
        <p:spPr>
          <a:xfrm rot="5400000" flipH="1" flipV="1">
            <a:off x="2266546" y="1280810"/>
            <a:ext cx="648511" cy="1491573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3452B667-C1BF-2437-6EB6-FE339E170CAF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rot="16200000" flipV="1">
            <a:off x="4140742" y="898187"/>
            <a:ext cx="648511" cy="2256818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13F2C46C-1A0A-5557-A1F3-063318835A01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rot="5400000" flipH="1" flipV="1">
            <a:off x="5305627" y="3270926"/>
            <a:ext cx="575556" cy="1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377D00-F553-490D-8871-BEF7BCBF3FE6}"/>
              </a:ext>
            </a:extLst>
          </p:cNvPr>
          <p:cNvGrpSpPr/>
          <p:nvPr/>
        </p:nvGrpSpPr>
        <p:grpSpPr>
          <a:xfrm>
            <a:off x="7828633" y="4942244"/>
            <a:ext cx="3952944" cy="603194"/>
            <a:chOff x="7828633" y="4942244"/>
            <a:chExt cx="3952944" cy="60319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4C18EBE-0EC3-4273-8AF6-DBB27AA79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8633" y="4969438"/>
              <a:ext cx="576000" cy="576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CDA9232-493E-4BB6-9B96-B9EC322CDF98}"/>
                </a:ext>
              </a:extLst>
            </p:cNvPr>
            <p:cNvSpPr txBox="1"/>
            <p:nvPr/>
          </p:nvSpPr>
          <p:spPr>
            <a:xfrm>
              <a:off x="8332206" y="4942244"/>
              <a:ext cx="34493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烛照视觉软件开发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15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C0909F4-FE29-4916-A1E4-53329DEB428A}"/>
              </a:ext>
            </a:extLst>
          </p:cNvPr>
          <p:cNvGrpSpPr/>
          <p:nvPr/>
        </p:nvGrpSpPr>
        <p:grpSpPr>
          <a:xfrm>
            <a:off x="1372488" y="892409"/>
            <a:ext cx="9769687" cy="5784081"/>
            <a:chOff x="1372488" y="892409"/>
            <a:chExt cx="9769687" cy="578408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F0F1B1B-BEAF-4E5C-86BD-406A960C2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2488" y="892409"/>
              <a:ext cx="9769687" cy="5784081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2440AEB-F393-4E25-98AF-D2319E2D199F}"/>
                </a:ext>
              </a:extLst>
            </p:cNvPr>
            <p:cNvSpPr/>
            <p:nvPr/>
          </p:nvSpPr>
          <p:spPr>
            <a:xfrm>
              <a:off x="2166923" y="2423805"/>
              <a:ext cx="8180818" cy="2721291"/>
            </a:xfrm>
            <a:prstGeom prst="rect">
              <a:avLst/>
            </a:prstGeom>
            <a:solidFill>
              <a:schemeClr val="dk1">
                <a:alpha val="7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烛照：</a:t>
              </a:r>
              <a:r>
                <a:rPr lang="en-US" altLang="zh-CN" sz="48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QT/C++</a:t>
              </a:r>
              <a:r>
                <a:rPr lang="zh-CN" altLang="en-US" sz="48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全栈软开实战</a:t>
              </a:r>
              <a:endParaRPr lang="en-US" altLang="zh-CN" sz="4800" dirty="0"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/>
              <a:r>
                <a:rPr lang="zh-CN" altLang="en-US" sz="48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机器视觉软件开发项目</a:t>
              </a:r>
              <a:endParaRPr lang="en-US" altLang="zh-CN" sz="4800" dirty="0"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/>
              <a:r>
                <a:rPr lang="en-US" altLang="zh-CN" sz="48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QT/C++/</a:t>
              </a:r>
              <a:r>
                <a:rPr lang="en-US" altLang="zh-CN" sz="4800" dirty="0" err="1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Opencv</a:t>
              </a:r>
              <a:r>
                <a:rPr lang="en-US" altLang="zh-CN" sz="48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/</a:t>
              </a:r>
              <a:r>
                <a:rPr lang="en-US" altLang="zh-CN" sz="4800" dirty="0" err="1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CMake</a:t>
              </a:r>
              <a:endParaRPr lang="zh-CN" altLang="en-US" sz="4800" dirty="0"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6" name="任意多边形 38">
            <a:extLst>
              <a:ext uri="{FF2B5EF4-FFF2-40B4-BE49-F238E27FC236}">
                <a16:creationId xmlns:a16="http://schemas.microsoft.com/office/drawing/2014/main" id="{8E7A1822-BC8C-4547-8969-CB5E30EEE1A6}"/>
              </a:ext>
            </a:extLst>
          </p:cNvPr>
          <p:cNvSpPr/>
          <p:nvPr/>
        </p:nvSpPr>
        <p:spPr>
          <a:xfrm flipH="1">
            <a:off x="0" y="258763"/>
            <a:ext cx="3870325" cy="595312"/>
          </a:xfrm>
          <a:custGeom>
            <a:avLst/>
            <a:gdLst>
              <a:gd name="connsiteX0" fmla="*/ 3870960 w 3870960"/>
              <a:gd name="connsiteY0" fmla="*/ 0 h 594360"/>
              <a:gd name="connsiteX1" fmla="*/ 377193 w 3870960"/>
              <a:gd name="connsiteY1" fmla="*/ 0 h 594360"/>
              <a:gd name="connsiteX2" fmla="*/ 0 w 3870960"/>
              <a:gd name="connsiteY2" fmla="*/ 594360 h 594360"/>
              <a:gd name="connsiteX3" fmla="*/ 3870960 w 3870960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960" h="594360">
                <a:moveTo>
                  <a:pt x="3870960" y="0"/>
                </a:moveTo>
                <a:lnTo>
                  <a:pt x="377193" y="0"/>
                </a:lnTo>
                <a:lnTo>
                  <a:pt x="0" y="594360"/>
                </a:lnTo>
                <a:lnTo>
                  <a:pt x="387096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39">
            <a:extLst>
              <a:ext uri="{FF2B5EF4-FFF2-40B4-BE49-F238E27FC236}">
                <a16:creationId xmlns:a16="http://schemas.microsoft.com/office/drawing/2014/main" id="{08607819-1E14-4FF3-BEEE-D6721EDA9B61}"/>
              </a:ext>
            </a:extLst>
          </p:cNvPr>
          <p:cNvSpPr/>
          <p:nvPr/>
        </p:nvSpPr>
        <p:spPr>
          <a:xfrm flipH="1">
            <a:off x="3627438" y="258763"/>
            <a:ext cx="620712" cy="595312"/>
          </a:xfrm>
          <a:custGeom>
            <a:avLst/>
            <a:gdLst>
              <a:gd name="connsiteX0" fmla="*/ 621033 w 621033"/>
              <a:gd name="connsiteY0" fmla="*/ 0 h 594360"/>
              <a:gd name="connsiteX1" fmla="*/ 377193 w 621033"/>
              <a:gd name="connsiteY1" fmla="*/ 0 h 594360"/>
              <a:gd name="connsiteX2" fmla="*/ 0 w 621033"/>
              <a:gd name="connsiteY2" fmla="*/ 594360 h 594360"/>
              <a:gd name="connsiteX3" fmla="*/ 243840 w 621033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033" h="594360">
                <a:moveTo>
                  <a:pt x="621033" y="0"/>
                </a:moveTo>
                <a:lnTo>
                  <a:pt x="377193" y="0"/>
                </a:lnTo>
                <a:lnTo>
                  <a:pt x="0" y="594360"/>
                </a:lnTo>
                <a:lnTo>
                  <a:pt x="24384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文本框 41">
            <a:extLst>
              <a:ext uri="{FF2B5EF4-FFF2-40B4-BE49-F238E27FC236}">
                <a16:creationId xmlns:a16="http://schemas.microsoft.com/office/drawing/2014/main" id="{D511205A-564A-40C8-BDB0-8A1492BD2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1" y="325586"/>
            <a:ext cx="3170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方正尚酷简体"/>
                <a:ea typeface="方正尚酷简体"/>
                <a:cs typeface="方正尚酷简体"/>
              </a:rPr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123967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38">
            <a:extLst>
              <a:ext uri="{FF2B5EF4-FFF2-40B4-BE49-F238E27FC236}">
                <a16:creationId xmlns:a16="http://schemas.microsoft.com/office/drawing/2014/main" id="{8E7A1822-BC8C-4547-8969-CB5E30EEE1A6}"/>
              </a:ext>
            </a:extLst>
          </p:cNvPr>
          <p:cNvSpPr/>
          <p:nvPr/>
        </p:nvSpPr>
        <p:spPr>
          <a:xfrm flipH="1">
            <a:off x="0" y="258763"/>
            <a:ext cx="3870325" cy="595312"/>
          </a:xfrm>
          <a:custGeom>
            <a:avLst/>
            <a:gdLst>
              <a:gd name="connsiteX0" fmla="*/ 3870960 w 3870960"/>
              <a:gd name="connsiteY0" fmla="*/ 0 h 594360"/>
              <a:gd name="connsiteX1" fmla="*/ 377193 w 3870960"/>
              <a:gd name="connsiteY1" fmla="*/ 0 h 594360"/>
              <a:gd name="connsiteX2" fmla="*/ 0 w 3870960"/>
              <a:gd name="connsiteY2" fmla="*/ 594360 h 594360"/>
              <a:gd name="connsiteX3" fmla="*/ 3870960 w 3870960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960" h="594360">
                <a:moveTo>
                  <a:pt x="3870960" y="0"/>
                </a:moveTo>
                <a:lnTo>
                  <a:pt x="377193" y="0"/>
                </a:lnTo>
                <a:lnTo>
                  <a:pt x="0" y="594360"/>
                </a:lnTo>
                <a:lnTo>
                  <a:pt x="387096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39">
            <a:extLst>
              <a:ext uri="{FF2B5EF4-FFF2-40B4-BE49-F238E27FC236}">
                <a16:creationId xmlns:a16="http://schemas.microsoft.com/office/drawing/2014/main" id="{08607819-1E14-4FF3-BEEE-D6721EDA9B61}"/>
              </a:ext>
            </a:extLst>
          </p:cNvPr>
          <p:cNvSpPr/>
          <p:nvPr/>
        </p:nvSpPr>
        <p:spPr>
          <a:xfrm flipH="1">
            <a:off x="3627438" y="258763"/>
            <a:ext cx="620712" cy="595312"/>
          </a:xfrm>
          <a:custGeom>
            <a:avLst/>
            <a:gdLst>
              <a:gd name="connsiteX0" fmla="*/ 621033 w 621033"/>
              <a:gd name="connsiteY0" fmla="*/ 0 h 594360"/>
              <a:gd name="connsiteX1" fmla="*/ 377193 w 621033"/>
              <a:gd name="connsiteY1" fmla="*/ 0 h 594360"/>
              <a:gd name="connsiteX2" fmla="*/ 0 w 621033"/>
              <a:gd name="connsiteY2" fmla="*/ 594360 h 594360"/>
              <a:gd name="connsiteX3" fmla="*/ 243840 w 621033"/>
              <a:gd name="connsiteY3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033" h="594360">
                <a:moveTo>
                  <a:pt x="621033" y="0"/>
                </a:moveTo>
                <a:lnTo>
                  <a:pt x="377193" y="0"/>
                </a:lnTo>
                <a:lnTo>
                  <a:pt x="0" y="594360"/>
                </a:lnTo>
                <a:lnTo>
                  <a:pt x="243840" y="59436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文本框 41">
            <a:extLst>
              <a:ext uri="{FF2B5EF4-FFF2-40B4-BE49-F238E27FC236}">
                <a16:creationId xmlns:a16="http://schemas.microsoft.com/office/drawing/2014/main" id="{D511205A-564A-40C8-BDB0-8A1492BD2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1" y="325586"/>
            <a:ext cx="3170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方正尚酷简体"/>
                <a:ea typeface="方正尚酷简体"/>
                <a:cs typeface="方正尚酷简体"/>
              </a:rPr>
              <a:t>附录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0258BAC-A93E-4DCC-883A-8105A3BEE33C}"/>
              </a:ext>
            </a:extLst>
          </p:cNvPr>
          <p:cNvGrpSpPr/>
          <p:nvPr/>
        </p:nvGrpSpPr>
        <p:grpSpPr>
          <a:xfrm>
            <a:off x="3744497" y="892409"/>
            <a:ext cx="4485104" cy="5784081"/>
            <a:chOff x="3744497" y="892409"/>
            <a:chExt cx="4485104" cy="578408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86EF99E-E7AB-4B88-98B4-03B76DFA5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092"/>
            <a:stretch/>
          </p:blipFill>
          <p:spPr>
            <a:xfrm>
              <a:off x="3744497" y="892409"/>
              <a:ext cx="4485104" cy="5784081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DCBEAEA-C496-49C0-B15F-E13BDD624B43}"/>
                </a:ext>
              </a:extLst>
            </p:cNvPr>
            <p:cNvSpPr/>
            <p:nvPr/>
          </p:nvSpPr>
          <p:spPr>
            <a:xfrm>
              <a:off x="4418123" y="2167143"/>
              <a:ext cx="3355754" cy="3234611"/>
            </a:xfrm>
            <a:prstGeom prst="rect">
              <a:avLst/>
            </a:prstGeom>
            <a:solidFill>
              <a:schemeClr val="dk1">
                <a:alpha val="7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烛照：</a:t>
              </a:r>
              <a:r>
                <a:rPr lang="en-US" altLang="zh-CN" sz="32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QT/C++</a:t>
              </a:r>
              <a:r>
                <a:rPr lang="zh-CN" altLang="en-US" sz="32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全栈软开实战</a:t>
              </a:r>
              <a:endParaRPr lang="en-US" altLang="zh-CN" sz="3200" dirty="0"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/>
              <a:r>
                <a:rPr lang="zh-CN" altLang="en-US" sz="32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机器视觉软件开发项目</a:t>
              </a:r>
              <a:endParaRPr lang="en-US" altLang="zh-CN" sz="3200" dirty="0"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/>
              <a:r>
                <a:rPr lang="en-US" altLang="zh-CN" sz="32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QT/C++/</a:t>
              </a:r>
              <a:r>
                <a:rPr lang="en-US" altLang="zh-CN" sz="3200" dirty="0" err="1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Opencv</a:t>
              </a:r>
              <a:r>
                <a:rPr lang="en-US" altLang="zh-CN" sz="3200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/</a:t>
              </a:r>
              <a:r>
                <a:rPr lang="en-US" altLang="zh-CN" sz="3200" dirty="0" err="1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CMake</a:t>
              </a:r>
              <a:endParaRPr lang="zh-CN" altLang="en-US" sz="3200" dirty="0"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705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031"/>
  <p:tag name="MH_LIBRARY" val="GRAPHIC"/>
  <p:tag name="MH_ORDER" val="Straight Connector 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2419</TotalTime>
  <Words>671</Words>
  <Application>Microsoft Office PowerPoint</Application>
  <PresentationFormat>宽屏</PresentationFormat>
  <Paragraphs>55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-apple-system</vt:lpstr>
      <vt:lpstr>等线</vt:lpstr>
      <vt:lpstr>等线 Light</vt:lpstr>
      <vt:lpstr>方正粗黑宋简体</vt:lpstr>
      <vt:lpstr>方正尚酷简体</vt:lpstr>
      <vt:lpstr>幼圆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xb21cn</dc:creator>
  <cp:lastModifiedBy>lin</cp:lastModifiedBy>
  <cp:revision>126</cp:revision>
  <dcterms:created xsi:type="dcterms:W3CDTF">2022-06-05T07:27:04Z</dcterms:created>
  <dcterms:modified xsi:type="dcterms:W3CDTF">2025-04-04T09:14:24Z</dcterms:modified>
</cp:coreProperties>
</file>